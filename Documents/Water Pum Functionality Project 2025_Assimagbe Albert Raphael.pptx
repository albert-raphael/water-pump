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4.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82" r:id="rId1"/>
    <p:sldMasterId id="2147483783" r:id="rId2"/>
    <p:sldMasterId id="2147483785" r:id="rId3"/>
    <p:sldMasterId id="2147483786" r:id="rId4"/>
    <p:sldMasterId id="2147483788" r:id="rId5"/>
  </p:sldMasterIdLst>
  <p:notesMasterIdLst>
    <p:notesMasterId r:id="rId18"/>
  </p:notesMasterIdLst>
  <p:sldIdLst>
    <p:sldId id="256" r:id="rId6"/>
    <p:sldId id="257" r:id="rId7"/>
    <p:sldId id="289" r:id="rId8"/>
    <p:sldId id="336" r:id="rId9"/>
    <p:sldId id="348" r:id="rId10"/>
    <p:sldId id="339" r:id="rId11"/>
    <p:sldId id="341" r:id="rId12"/>
    <p:sldId id="340" r:id="rId13"/>
    <p:sldId id="347" r:id="rId14"/>
    <p:sldId id="269" r:id="rId15"/>
    <p:sldId id="346" r:id="rId16"/>
    <p:sldId id="276" r:id="rId17"/>
  </p:sldIdLst>
  <p:sldSz cx="9144000" cy="5143500" type="screen16x9"/>
  <p:notesSz cx="6858000" cy="9144000"/>
  <p:embeddedFontLst>
    <p:embeddedFont>
      <p:font typeface="Assistant" panose="020B0604020202020204" charset="-79"/>
      <p:regular r:id="rId19"/>
      <p:bold r:id="rId20"/>
    </p:embeddedFont>
    <p:embeddedFont>
      <p:font typeface="Assistant Medium" panose="020B0604020202020204" charset="-79"/>
      <p:regular r:id="rId21"/>
      <p:bold r:id="rId22"/>
    </p:embeddedFont>
    <p:embeddedFont>
      <p:font typeface="Merriweather" panose="020B0604020202020204" charset="0"/>
      <p:regular r:id="rId23"/>
      <p:bold r:id="rId24"/>
      <p:italic r:id="rId25"/>
      <p:boldItalic r:id="rId26"/>
    </p:embeddedFont>
    <p:embeddedFont>
      <p:font typeface="Roboto" panose="020B0604020202020204" charset="0"/>
      <p:regular r:id="rId27"/>
      <p:bold r:id="rId28"/>
      <p:italic r:id="rId29"/>
      <p:boldItalic r:id="rId30"/>
    </p:embeddedFont>
    <p:embeddedFont>
      <p:font typeface="Calibri" panose="020F0502020204030204" pitchFamily="34" charset="0"/>
      <p:regular r:id="rId31"/>
      <p:bold r:id="rId32"/>
      <p:italic r:id="rId33"/>
      <p:boldItalic r:id="rId34"/>
    </p:embeddedFont>
    <p:embeddedFont>
      <p:font typeface="Roboto Medium" panose="020B0604020202020204" charset="0"/>
      <p:regular r:id="rId35"/>
      <p:bold r:id="rId36"/>
      <p:italic r:id="rId37"/>
      <p:boldItalic r:id="rId38"/>
    </p:embeddedFont>
    <p:embeddedFont>
      <p:font typeface="Roboto Light"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8AD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D6B0D6-3FB0-403D-9B26-E7A1910D2555}">
  <a:tblStyle styleId="{B2D6B0D6-3FB0-403D-9B26-E7A1910D2555}"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0" autoAdjust="0"/>
    <p:restoredTop sz="94660"/>
  </p:normalViewPr>
  <p:slideViewPr>
    <p:cSldViewPr snapToGrid="0">
      <p:cViewPr>
        <p:scale>
          <a:sx n="147" d="100"/>
          <a:sy n="147" d="100"/>
        </p:scale>
        <p:origin x="96" y="29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5.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tableStyles" Target="tableStyles.xml"/><Relationship Id="rId20" Type="http://schemas.openxmlformats.org/officeDocument/2006/relationships/font" Target="fonts/font2.fntdata"/><Relationship Id="rId41" Type="http://schemas.openxmlformats.org/officeDocument/2006/relationships/font" Target="fonts/font2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2033565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1d41608309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31d41608309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24270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3"/>
        <p:cNvGrpSpPr/>
        <p:nvPr/>
      </p:nvGrpSpPr>
      <p:grpSpPr>
        <a:xfrm>
          <a:off x="0" y="0"/>
          <a:ext cx="0" cy="0"/>
          <a:chOff x="0" y="0"/>
          <a:chExt cx="0" cy="0"/>
        </a:xfrm>
      </p:grpSpPr>
      <p:sp>
        <p:nvSpPr>
          <p:cNvPr id="904" name="Google Shape;904;g31d3c4a5c80_0_14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5" name="Google Shape;905;g31d3c4a5c80_0_14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2900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1028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85302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51477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57774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10615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77026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346511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31d3c4a5c80_0_15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4" name="Google Shape;1014;g31d3c4a5c80_0_15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78307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1d3c4a5c80_0_1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5" name="Google Shape;1205;g31d3c4a5c80_0_17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403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31d3c4a5c80_0_16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1" name="Google Shape;1091;g31d3c4a5c80_0_16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3091863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0" y="1239060"/>
            <a:ext cx="6089100" cy="17763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1"/>
              </a:buClr>
              <a:buSzPts val="5200"/>
              <a:buNone/>
              <a:defRPr sz="5200">
                <a:solidFill>
                  <a:schemeClr val="accent1"/>
                </a:solidFill>
              </a:defRPr>
            </a:lvl1pPr>
            <a:lvl2pPr lvl="1">
              <a:lnSpc>
                <a:spcPct val="100000"/>
              </a:lnSpc>
              <a:spcBef>
                <a:spcPts val="0"/>
              </a:spcBef>
              <a:spcAft>
                <a:spcPts val="0"/>
              </a:spcAft>
              <a:buClr>
                <a:schemeClr val="accent1"/>
              </a:buClr>
              <a:buSzPts val="5200"/>
              <a:buNone/>
              <a:defRPr sz="5200">
                <a:solidFill>
                  <a:schemeClr val="accent1"/>
                </a:solidFill>
              </a:defRPr>
            </a:lvl2pPr>
            <a:lvl3pPr lvl="2">
              <a:lnSpc>
                <a:spcPct val="100000"/>
              </a:lnSpc>
              <a:spcBef>
                <a:spcPts val="0"/>
              </a:spcBef>
              <a:spcAft>
                <a:spcPts val="0"/>
              </a:spcAft>
              <a:buClr>
                <a:schemeClr val="accent1"/>
              </a:buClr>
              <a:buSzPts val="5200"/>
              <a:buNone/>
              <a:defRPr sz="5200">
                <a:solidFill>
                  <a:schemeClr val="accent1"/>
                </a:solidFill>
              </a:defRPr>
            </a:lvl3pPr>
            <a:lvl4pPr lvl="3">
              <a:lnSpc>
                <a:spcPct val="100000"/>
              </a:lnSpc>
              <a:spcBef>
                <a:spcPts val="0"/>
              </a:spcBef>
              <a:spcAft>
                <a:spcPts val="0"/>
              </a:spcAft>
              <a:buClr>
                <a:schemeClr val="accent1"/>
              </a:buClr>
              <a:buSzPts val="5200"/>
              <a:buNone/>
              <a:defRPr sz="5200">
                <a:solidFill>
                  <a:schemeClr val="accent1"/>
                </a:solidFill>
              </a:defRPr>
            </a:lvl4pPr>
            <a:lvl5pPr lvl="4">
              <a:lnSpc>
                <a:spcPct val="100000"/>
              </a:lnSpc>
              <a:spcBef>
                <a:spcPts val="0"/>
              </a:spcBef>
              <a:spcAft>
                <a:spcPts val="0"/>
              </a:spcAft>
              <a:buClr>
                <a:schemeClr val="accent1"/>
              </a:buClr>
              <a:buSzPts val="5200"/>
              <a:buNone/>
              <a:defRPr sz="5200">
                <a:solidFill>
                  <a:schemeClr val="accent1"/>
                </a:solidFill>
              </a:defRPr>
            </a:lvl5pPr>
            <a:lvl6pPr lvl="5">
              <a:lnSpc>
                <a:spcPct val="100000"/>
              </a:lnSpc>
              <a:spcBef>
                <a:spcPts val="0"/>
              </a:spcBef>
              <a:spcAft>
                <a:spcPts val="0"/>
              </a:spcAft>
              <a:buClr>
                <a:schemeClr val="accent1"/>
              </a:buClr>
              <a:buSzPts val="5200"/>
              <a:buNone/>
              <a:defRPr sz="5200">
                <a:solidFill>
                  <a:schemeClr val="accent1"/>
                </a:solidFill>
              </a:defRPr>
            </a:lvl6pPr>
            <a:lvl7pPr lvl="6">
              <a:lnSpc>
                <a:spcPct val="100000"/>
              </a:lnSpc>
              <a:spcBef>
                <a:spcPts val="0"/>
              </a:spcBef>
              <a:spcAft>
                <a:spcPts val="0"/>
              </a:spcAft>
              <a:buClr>
                <a:schemeClr val="accent1"/>
              </a:buClr>
              <a:buSzPts val="5200"/>
              <a:buNone/>
              <a:defRPr sz="5200">
                <a:solidFill>
                  <a:schemeClr val="accent1"/>
                </a:solidFill>
              </a:defRPr>
            </a:lvl7pPr>
            <a:lvl8pPr lvl="7">
              <a:lnSpc>
                <a:spcPct val="100000"/>
              </a:lnSpc>
              <a:spcBef>
                <a:spcPts val="0"/>
              </a:spcBef>
              <a:spcAft>
                <a:spcPts val="0"/>
              </a:spcAft>
              <a:buClr>
                <a:schemeClr val="accent1"/>
              </a:buClr>
              <a:buSzPts val="5200"/>
              <a:buNone/>
              <a:defRPr sz="5200">
                <a:solidFill>
                  <a:schemeClr val="accent1"/>
                </a:solidFill>
              </a:defRPr>
            </a:lvl8pPr>
            <a:lvl9pPr lvl="8">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60" name="Google Shape;60;p14"/>
          <p:cNvSpPr txBox="1">
            <a:spLocks noGrp="1"/>
          </p:cNvSpPr>
          <p:nvPr>
            <p:ph type="subTitle" idx="1"/>
          </p:nvPr>
        </p:nvSpPr>
        <p:spPr>
          <a:xfrm>
            <a:off x="311700" y="3015350"/>
            <a:ext cx="6089100" cy="792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61" name="Google Shape;61;p1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62" name="Google Shape;62;p14"/>
          <p:cNvGrpSpPr/>
          <p:nvPr/>
        </p:nvGrpSpPr>
        <p:grpSpPr>
          <a:xfrm>
            <a:off x="311726" y="342910"/>
            <a:ext cx="2560500" cy="520800"/>
            <a:chOff x="311726" y="342910"/>
            <a:chExt cx="2560500" cy="520800"/>
          </a:xfrm>
        </p:grpSpPr>
        <p:sp>
          <p:nvSpPr>
            <p:cNvPr id="63" name="Google Shape;63;p14"/>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 name="Google Shape;64;p14"/>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
        <p:nvSpPr>
          <p:cNvPr id="65" name="Google Shape;65;p14"/>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4"/>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4"/>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4"/>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4"/>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4"/>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71" name="Google Shape;71;p14"/>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72" name="Google Shape;72;p14"/>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73"/>
        <p:cNvGrpSpPr/>
        <p:nvPr/>
      </p:nvGrpSpPr>
      <p:grpSpPr>
        <a:xfrm>
          <a:off x="0" y="0"/>
          <a:ext cx="0" cy="0"/>
          <a:chOff x="0" y="0"/>
          <a:chExt cx="0" cy="0"/>
        </a:xfrm>
      </p:grpSpPr>
      <p:sp>
        <p:nvSpPr>
          <p:cNvPr id="74" name="Google Shape;74;p15"/>
          <p:cNvSpPr txBox="1">
            <a:spLocks noGrp="1"/>
          </p:cNvSpPr>
          <p:nvPr>
            <p:ph type="ctrTitle"/>
          </p:nvPr>
        </p:nvSpPr>
        <p:spPr>
          <a:xfrm>
            <a:off x="311725" y="1243584"/>
            <a:ext cx="6089100" cy="17763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1"/>
              </a:buClr>
              <a:buSzPts val="5200"/>
              <a:buNone/>
              <a:defRPr sz="5200">
                <a:solidFill>
                  <a:schemeClr val="accent1"/>
                </a:solidFill>
              </a:defRPr>
            </a:lvl1pPr>
            <a:lvl2pPr lvl="1">
              <a:lnSpc>
                <a:spcPct val="100000"/>
              </a:lnSpc>
              <a:spcBef>
                <a:spcPts val="0"/>
              </a:spcBef>
              <a:spcAft>
                <a:spcPts val="0"/>
              </a:spcAft>
              <a:buClr>
                <a:schemeClr val="accent1"/>
              </a:buClr>
              <a:buSzPts val="5200"/>
              <a:buNone/>
              <a:defRPr sz="5200">
                <a:solidFill>
                  <a:schemeClr val="accent1"/>
                </a:solidFill>
              </a:defRPr>
            </a:lvl2pPr>
            <a:lvl3pPr lvl="2">
              <a:lnSpc>
                <a:spcPct val="100000"/>
              </a:lnSpc>
              <a:spcBef>
                <a:spcPts val="0"/>
              </a:spcBef>
              <a:spcAft>
                <a:spcPts val="0"/>
              </a:spcAft>
              <a:buClr>
                <a:schemeClr val="accent1"/>
              </a:buClr>
              <a:buSzPts val="5200"/>
              <a:buNone/>
              <a:defRPr sz="5200">
                <a:solidFill>
                  <a:schemeClr val="accent1"/>
                </a:solidFill>
              </a:defRPr>
            </a:lvl3pPr>
            <a:lvl4pPr lvl="3">
              <a:lnSpc>
                <a:spcPct val="100000"/>
              </a:lnSpc>
              <a:spcBef>
                <a:spcPts val="0"/>
              </a:spcBef>
              <a:spcAft>
                <a:spcPts val="0"/>
              </a:spcAft>
              <a:buClr>
                <a:schemeClr val="accent1"/>
              </a:buClr>
              <a:buSzPts val="5200"/>
              <a:buNone/>
              <a:defRPr sz="5200">
                <a:solidFill>
                  <a:schemeClr val="accent1"/>
                </a:solidFill>
              </a:defRPr>
            </a:lvl4pPr>
            <a:lvl5pPr lvl="4">
              <a:lnSpc>
                <a:spcPct val="100000"/>
              </a:lnSpc>
              <a:spcBef>
                <a:spcPts val="0"/>
              </a:spcBef>
              <a:spcAft>
                <a:spcPts val="0"/>
              </a:spcAft>
              <a:buClr>
                <a:schemeClr val="accent1"/>
              </a:buClr>
              <a:buSzPts val="5200"/>
              <a:buNone/>
              <a:defRPr sz="5200">
                <a:solidFill>
                  <a:schemeClr val="accent1"/>
                </a:solidFill>
              </a:defRPr>
            </a:lvl5pPr>
            <a:lvl6pPr lvl="5">
              <a:lnSpc>
                <a:spcPct val="100000"/>
              </a:lnSpc>
              <a:spcBef>
                <a:spcPts val="0"/>
              </a:spcBef>
              <a:spcAft>
                <a:spcPts val="0"/>
              </a:spcAft>
              <a:buClr>
                <a:schemeClr val="accent1"/>
              </a:buClr>
              <a:buSzPts val="5200"/>
              <a:buNone/>
              <a:defRPr sz="5200">
                <a:solidFill>
                  <a:schemeClr val="accent1"/>
                </a:solidFill>
              </a:defRPr>
            </a:lvl6pPr>
            <a:lvl7pPr lvl="6">
              <a:lnSpc>
                <a:spcPct val="100000"/>
              </a:lnSpc>
              <a:spcBef>
                <a:spcPts val="0"/>
              </a:spcBef>
              <a:spcAft>
                <a:spcPts val="0"/>
              </a:spcAft>
              <a:buClr>
                <a:schemeClr val="accent1"/>
              </a:buClr>
              <a:buSzPts val="5200"/>
              <a:buNone/>
              <a:defRPr sz="5200">
                <a:solidFill>
                  <a:schemeClr val="accent1"/>
                </a:solidFill>
              </a:defRPr>
            </a:lvl7pPr>
            <a:lvl8pPr lvl="7">
              <a:lnSpc>
                <a:spcPct val="100000"/>
              </a:lnSpc>
              <a:spcBef>
                <a:spcPts val="0"/>
              </a:spcBef>
              <a:spcAft>
                <a:spcPts val="0"/>
              </a:spcAft>
              <a:buClr>
                <a:schemeClr val="accent1"/>
              </a:buClr>
              <a:buSzPts val="5200"/>
              <a:buNone/>
              <a:defRPr sz="5200">
                <a:solidFill>
                  <a:schemeClr val="accent1"/>
                </a:solidFill>
              </a:defRPr>
            </a:lvl8pPr>
            <a:lvl9pPr lvl="8">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75" name="Google Shape;75;p15"/>
          <p:cNvSpPr txBox="1">
            <a:spLocks noGrp="1"/>
          </p:cNvSpPr>
          <p:nvPr>
            <p:ph type="subTitle" idx="1"/>
          </p:nvPr>
        </p:nvSpPr>
        <p:spPr>
          <a:xfrm>
            <a:off x="311725" y="3019874"/>
            <a:ext cx="6089100" cy="792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76" name="Google Shape;76;p1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15"/>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79" name="Google Shape;79;p15"/>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80" name="Google Shape;80;p15"/>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81" name="Google Shape;81;p15"/>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15"/>
          <p:cNvGrpSpPr/>
          <p:nvPr/>
        </p:nvGrpSpPr>
        <p:grpSpPr>
          <a:xfrm>
            <a:off x="311726" y="342910"/>
            <a:ext cx="2560500" cy="520800"/>
            <a:chOff x="311726" y="342910"/>
            <a:chExt cx="2560500" cy="520800"/>
          </a:xfrm>
        </p:grpSpPr>
        <p:sp>
          <p:nvSpPr>
            <p:cNvPr id="83" name="Google Shape;83;p15"/>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 name="Google Shape;84;p15"/>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85"/>
        <p:cNvGrpSpPr/>
        <p:nvPr/>
      </p:nvGrpSpPr>
      <p:grpSpPr>
        <a:xfrm>
          <a:off x="0" y="0"/>
          <a:ext cx="0" cy="0"/>
          <a:chOff x="0" y="0"/>
          <a:chExt cx="0" cy="0"/>
        </a:xfrm>
      </p:grpSpPr>
      <p:sp>
        <p:nvSpPr>
          <p:cNvPr id="86" name="Google Shape;86;p16"/>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88" name="Google Shape;88;p1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1" name="Shape 89"/>
        <p:cNvGrpSpPr/>
        <p:nvPr/>
      </p:nvGrpSpPr>
      <p:grpSpPr>
        <a:xfrm>
          <a:off x="0" y="0"/>
          <a:ext cx="0" cy="0"/>
          <a:chOff x="0" y="0"/>
          <a:chExt cx="0" cy="0"/>
        </a:xfrm>
      </p:grpSpPr>
      <p:sp>
        <p:nvSpPr>
          <p:cNvPr id="90" name="Google Shape;90;p17"/>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7"/>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7"/>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7"/>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7"/>
          <p:cNvSpPr txBox="1">
            <a:spLocks noGrp="1"/>
          </p:cNvSpPr>
          <p:nvPr>
            <p:ph type="title"/>
          </p:nvPr>
        </p:nvSpPr>
        <p:spPr>
          <a:xfrm>
            <a:off x="311700" y="214884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5" name="Google Shape;95;p1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96"/>
        <p:cNvGrpSpPr/>
        <p:nvPr/>
      </p:nvGrpSpPr>
      <p:grpSpPr>
        <a:xfrm>
          <a:off x="0" y="0"/>
          <a:ext cx="0" cy="0"/>
          <a:chOff x="0" y="0"/>
          <a:chExt cx="0" cy="0"/>
        </a:xfrm>
      </p:grpSpPr>
      <p:sp>
        <p:nvSpPr>
          <p:cNvPr id="97" name="Google Shape;97;p18"/>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8"/>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8"/>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8"/>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2" name="Google Shape;102;p1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103"/>
        <p:cNvGrpSpPr/>
        <p:nvPr/>
      </p:nvGrpSpPr>
      <p:grpSpPr>
        <a:xfrm>
          <a:off x="0" y="0"/>
          <a:ext cx="0" cy="0"/>
          <a:chOff x="0" y="0"/>
          <a:chExt cx="0" cy="0"/>
        </a:xfrm>
      </p:grpSpPr>
      <p:sp>
        <p:nvSpPr>
          <p:cNvPr id="104" name="Google Shape;104;p19"/>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5" name="Google Shape;105;p19"/>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000"/>
              </a:spcBef>
              <a:spcAft>
                <a:spcPts val="0"/>
              </a:spcAft>
              <a:buSzPts val="1400"/>
              <a:buChar char="○"/>
              <a:defRPr/>
            </a:lvl2pPr>
            <a:lvl3pPr marL="1371600" lvl="2" indent="-317500">
              <a:spcBef>
                <a:spcPts val="1000"/>
              </a:spcBef>
              <a:spcAft>
                <a:spcPts val="0"/>
              </a:spcAft>
              <a:buSzPts val="1400"/>
              <a:buChar char="■"/>
              <a:defRPr/>
            </a:lvl3pPr>
            <a:lvl4pPr marL="1828800" lvl="3" indent="-317500">
              <a:spcBef>
                <a:spcPts val="1000"/>
              </a:spcBef>
              <a:spcAft>
                <a:spcPts val="0"/>
              </a:spcAft>
              <a:buSzPts val="1400"/>
              <a:buChar char="●"/>
              <a:defRPr/>
            </a:lvl4pPr>
            <a:lvl5pPr marL="2286000" lvl="4" indent="-317500">
              <a:spcBef>
                <a:spcPts val="1000"/>
              </a:spcBef>
              <a:spcAft>
                <a:spcPts val="0"/>
              </a:spcAft>
              <a:buSzPts val="1400"/>
              <a:buChar char="○"/>
              <a:defRPr/>
            </a:lvl5pPr>
            <a:lvl6pPr marL="2743200" lvl="5" indent="-317500">
              <a:spcBef>
                <a:spcPts val="1000"/>
              </a:spcBef>
              <a:spcAft>
                <a:spcPts val="0"/>
              </a:spcAft>
              <a:buSzPts val="1400"/>
              <a:buChar char="■"/>
              <a:defRPr/>
            </a:lvl6pPr>
            <a:lvl7pPr marL="3200400" lvl="6" indent="-317500">
              <a:spcBef>
                <a:spcPts val="1000"/>
              </a:spcBef>
              <a:spcAft>
                <a:spcPts val="0"/>
              </a:spcAft>
              <a:buSzPts val="1400"/>
              <a:buChar char="●"/>
              <a:defRPr/>
            </a:lvl7pPr>
            <a:lvl8pPr marL="3657600" lvl="7" indent="-317500">
              <a:spcBef>
                <a:spcPts val="1000"/>
              </a:spcBef>
              <a:spcAft>
                <a:spcPts val="0"/>
              </a:spcAft>
              <a:buSzPts val="1400"/>
              <a:buChar char="○"/>
              <a:defRPr/>
            </a:lvl8pPr>
            <a:lvl9pPr marL="4114800" lvl="8" indent="-317500">
              <a:spcBef>
                <a:spcPts val="1000"/>
              </a:spcBef>
              <a:spcAft>
                <a:spcPts val="1000"/>
              </a:spcAft>
              <a:buSzPts val="1400"/>
              <a:buChar char="■"/>
              <a:defRPr/>
            </a:lvl9pPr>
          </a:lstStyle>
          <a:p>
            <a:endParaRPr/>
          </a:p>
        </p:txBody>
      </p:sp>
      <p:sp>
        <p:nvSpPr>
          <p:cNvPr id="106" name="Google Shape;106;p1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107"/>
        <p:cNvGrpSpPr/>
        <p:nvPr/>
      </p:nvGrpSpPr>
      <p:grpSpPr>
        <a:xfrm>
          <a:off x="0" y="0"/>
          <a:ext cx="0" cy="0"/>
          <a:chOff x="0" y="0"/>
          <a:chExt cx="0" cy="0"/>
        </a:xfrm>
      </p:grpSpPr>
      <p:sp>
        <p:nvSpPr>
          <p:cNvPr id="108" name="Google Shape;108;p20"/>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0"/>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0"/>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0"/>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0"/>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3" name="Google Shape;113;p20"/>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000"/>
              </a:spcBef>
              <a:spcAft>
                <a:spcPts val="0"/>
              </a:spcAft>
              <a:buSzPts val="1400"/>
              <a:buChar char="○"/>
              <a:defRPr/>
            </a:lvl2pPr>
            <a:lvl3pPr marL="1371600" lvl="2" indent="-317500">
              <a:spcBef>
                <a:spcPts val="1000"/>
              </a:spcBef>
              <a:spcAft>
                <a:spcPts val="0"/>
              </a:spcAft>
              <a:buSzPts val="1400"/>
              <a:buChar char="■"/>
              <a:defRPr/>
            </a:lvl3pPr>
            <a:lvl4pPr marL="1828800" lvl="3" indent="-317500">
              <a:spcBef>
                <a:spcPts val="1000"/>
              </a:spcBef>
              <a:spcAft>
                <a:spcPts val="0"/>
              </a:spcAft>
              <a:buSzPts val="1400"/>
              <a:buChar char="●"/>
              <a:defRPr/>
            </a:lvl4pPr>
            <a:lvl5pPr marL="2286000" lvl="4" indent="-317500">
              <a:spcBef>
                <a:spcPts val="1000"/>
              </a:spcBef>
              <a:spcAft>
                <a:spcPts val="0"/>
              </a:spcAft>
              <a:buSzPts val="1400"/>
              <a:buChar char="○"/>
              <a:defRPr/>
            </a:lvl5pPr>
            <a:lvl6pPr marL="2743200" lvl="5" indent="-317500">
              <a:spcBef>
                <a:spcPts val="1000"/>
              </a:spcBef>
              <a:spcAft>
                <a:spcPts val="0"/>
              </a:spcAft>
              <a:buSzPts val="1400"/>
              <a:buChar char="■"/>
              <a:defRPr/>
            </a:lvl6pPr>
            <a:lvl7pPr marL="3200400" lvl="6" indent="-317500">
              <a:spcBef>
                <a:spcPts val="1000"/>
              </a:spcBef>
              <a:spcAft>
                <a:spcPts val="0"/>
              </a:spcAft>
              <a:buSzPts val="1400"/>
              <a:buChar char="●"/>
              <a:defRPr/>
            </a:lvl7pPr>
            <a:lvl8pPr marL="3657600" lvl="7" indent="-317500">
              <a:spcBef>
                <a:spcPts val="1000"/>
              </a:spcBef>
              <a:spcAft>
                <a:spcPts val="0"/>
              </a:spcAft>
              <a:buSzPts val="1400"/>
              <a:buChar char="○"/>
              <a:defRPr/>
            </a:lvl8pPr>
            <a:lvl9pPr marL="4114800" lvl="8" indent="-317500">
              <a:spcBef>
                <a:spcPts val="1000"/>
              </a:spcBef>
              <a:spcAft>
                <a:spcPts val="1000"/>
              </a:spcAft>
              <a:buSzPts val="1400"/>
              <a:buChar char="■"/>
              <a:defRPr/>
            </a:lvl9pPr>
          </a:lstStyle>
          <a:p>
            <a:endParaRPr/>
          </a:p>
        </p:txBody>
      </p:sp>
      <p:sp>
        <p:nvSpPr>
          <p:cNvPr id="114" name="Google Shape;114;p2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115"/>
        <p:cNvGrpSpPr/>
        <p:nvPr/>
      </p:nvGrpSpPr>
      <p:grpSpPr>
        <a:xfrm>
          <a:off x="0" y="0"/>
          <a:ext cx="0" cy="0"/>
          <a:chOff x="0" y="0"/>
          <a:chExt cx="0" cy="0"/>
        </a:xfrm>
      </p:grpSpPr>
      <p:sp>
        <p:nvSpPr>
          <p:cNvPr id="116" name="Google Shape;116;p21"/>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1"/>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1"/>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1"/>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1" name="Google Shape;121;p21"/>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000"/>
              </a:spcBef>
              <a:spcAft>
                <a:spcPts val="0"/>
              </a:spcAft>
              <a:buSzPts val="1400"/>
              <a:buChar char="○"/>
              <a:defRPr/>
            </a:lvl2pPr>
            <a:lvl3pPr marL="1371600" lvl="2" indent="-317500">
              <a:spcBef>
                <a:spcPts val="1000"/>
              </a:spcBef>
              <a:spcAft>
                <a:spcPts val="0"/>
              </a:spcAft>
              <a:buSzPts val="1400"/>
              <a:buChar char="■"/>
              <a:defRPr/>
            </a:lvl3pPr>
            <a:lvl4pPr marL="1828800" lvl="3" indent="-317500">
              <a:spcBef>
                <a:spcPts val="1000"/>
              </a:spcBef>
              <a:spcAft>
                <a:spcPts val="0"/>
              </a:spcAft>
              <a:buSzPts val="1400"/>
              <a:buChar char="●"/>
              <a:defRPr/>
            </a:lvl4pPr>
            <a:lvl5pPr marL="2286000" lvl="4" indent="-317500">
              <a:spcBef>
                <a:spcPts val="1000"/>
              </a:spcBef>
              <a:spcAft>
                <a:spcPts val="0"/>
              </a:spcAft>
              <a:buSzPts val="1400"/>
              <a:buChar char="○"/>
              <a:defRPr/>
            </a:lvl5pPr>
            <a:lvl6pPr marL="2743200" lvl="5" indent="-317500">
              <a:spcBef>
                <a:spcPts val="1000"/>
              </a:spcBef>
              <a:spcAft>
                <a:spcPts val="0"/>
              </a:spcAft>
              <a:buSzPts val="1400"/>
              <a:buChar char="■"/>
              <a:defRPr/>
            </a:lvl6pPr>
            <a:lvl7pPr marL="3200400" lvl="6" indent="-317500">
              <a:spcBef>
                <a:spcPts val="1000"/>
              </a:spcBef>
              <a:spcAft>
                <a:spcPts val="0"/>
              </a:spcAft>
              <a:buSzPts val="1400"/>
              <a:buChar char="●"/>
              <a:defRPr/>
            </a:lvl7pPr>
            <a:lvl8pPr marL="3657600" lvl="7" indent="-317500">
              <a:spcBef>
                <a:spcPts val="1000"/>
              </a:spcBef>
              <a:spcAft>
                <a:spcPts val="0"/>
              </a:spcAft>
              <a:buSzPts val="1400"/>
              <a:buChar char="○"/>
              <a:defRPr/>
            </a:lvl8pPr>
            <a:lvl9pPr marL="4114800" lvl="8" indent="-317500">
              <a:spcBef>
                <a:spcPts val="1000"/>
              </a:spcBef>
              <a:spcAft>
                <a:spcPts val="1000"/>
              </a:spcAft>
              <a:buSzPts val="1400"/>
              <a:buChar char="■"/>
              <a:defRPr/>
            </a:lvl9pPr>
          </a:lstStyle>
          <a:p>
            <a:endParaRPr/>
          </a:p>
        </p:txBody>
      </p:sp>
      <p:sp>
        <p:nvSpPr>
          <p:cNvPr id="122" name="Google Shape;122;p2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25" name="Google Shape;125;p22"/>
          <p:cNvSpPr txBox="1">
            <a:spLocks noGrp="1"/>
          </p:cNvSpPr>
          <p:nvPr>
            <p:ph type="body" idx="1"/>
          </p:nvPr>
        </p:nvSpPr>
        <p:spPr>
          <a:xfrm>
            <a:off x="3117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126" name="Google Shape;126;p22"/>
          <p:cNvSpPr txBox="1">
            <a:spLocks noGrp="1"/>
          </p:cNvSpPr>
          <p:nvPr>
            <p:ph type="body" idx="2"/>
          </p:nvPr>
        </p:nvSpPr>
        <p:spPr>
          <a:xfrm>
            <a:off x="48324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127" name="Google Shape;127;p2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128"/>
        <p:cNvGrpSpPr/>
        <p:nvPr/>
      </p:nvGrpSpPr>
      <p:grpSpPr>
        <a:xfrm>
          <a:off x="0" y="0"/>
          <a:ext cx="0" cy="0"/>
          <a:chOff x="0" y="0"/>
          <a:chExt cx="0" cy="0"/>
        </a:xfrm>
      </p:grpSpPr>
      <p:sp>
        <p:nvSpPr>
          <p:cNvPr id="129" name="Google Shape;129;p23"/>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0" name="Google Shape;130;p23"/>
          <p:cNvSpPr txBox="1">
            <a:spLocks noGrp="1"/>
          </p:cNvSpPr>
          <p:nvPr>
            <p:ph type="body" idx="1"/>
          </p:nvPr>
        </p:nvSpPr>
        <p:spPr>
          <a:xfrm>
            <a:off x="311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131" name="Google Shape;131;p2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2" name="Google Shape;132;p23"/>
          <p:cNvSpPr txBox="1">
            <a:spLocks noGrp="1"/>
          </p:cNvSpPr>
          <p:nvPr>
            <p:ph type="body" idx="2"/>
          </p:nvPr>
        </p:nvSpPr>
        <p:spPr>
          <a:xfrm>
            <a:off x="6152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133" name="Google Shape;133;p23"/>
          <p:cNvSpPr txBox="1">
            <a:spLocks noGrp="1"/>
          </p:cNvSpPr>
          <p:nvPr>
            <p:ph type="body" idx="3"/>
          </p:nvPr>
        </p:nvSpPr>
        <p:spPr>
          <a:xfrm>
            <a:off x="32322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6" name="Google Shape;136;p2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xfrm>
            <a:off x="311700" y="342900"/>
            <a:ext cx="2808000" cy="8664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39" name="Google Shape;139;p25"/>
          <p:cNvSpPr txBox="1">
            <a:spLocks noGrp="1"/>
          </p:cNvSpPr>
          <p:nvPr>
            <p:ph type="body" idx="1"/>
          </p:nvPr>
        </p:nvSpPr>
        <p:spPr>
          <a:xfrm>
            <a:off x="311700" y="1209300"/>
            <a:ext cx="2808000" cy="3453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140" name="Google Shape;140;p2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1"/>
        <p:cNvGrpSpPr/>
        <p:nvPr/>
      </p:nvGrpSpPr>
      <p:grpSpPr>
        <a:xfrm>
          <a:off x="0" y="0"/>
          <a:ext cx="0" cy="0"/>
          <a:chOff x="0" y="0"/>
          <a:chExt cx="0" cy="0"/>
        </a:xfrm>
      </p:grpSpPr>
      <p:sp>
        <p:nvSpPr>
          <p:cNvPr id="142" name="Google Shape;142;p26"/>
          <p:cNvSpPr txBox="1">
            <a:spLocks noGrp="1"/>
          </p:cNvSpPr>
          <p:nvPr>
            <p:ph type="title"/>
          </p:nvPr>
        </p:nvSpPr>
        <p:spPr>
          <a:xfrm>
            <a:off x="311700" y="342900"/>
            <a:ext cx="6541800" cy="43206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43" name="Google Shape;143;p2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144"/>
        <p:cNvGrpSpPr/>
        <p:nvPr/>
      </p:nvGrpSpPr>
      <p:grpSpPr>
        <a:xfrm>
          <a:off x="0" y="0"/>
          <a:ext cx="0" cy="0"/>
          <a:chOff x="0" y="0"/>
          <a:chExt cx="0" cy="0"/>
        </a:xfrm>
      </p:grpSpPr>
      <p:sp>
        <p:nvSpPr>
          <p:cNvPr id="145" name="Google Shape;145;p2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46" name="Google Shape;146;p27"/>
          <p:cNvGrpSpPr/>
          <p:nvPr/>
        </p:nvGrpSpPr>
        <p:grpSpPr>
          <a:xfrm rot="2700000">
            <a:off x="585683" y="481417"/>
            <a:ext cx="694882" cy="564848"/>
            <a:chOff x="919500" y="1916075"/>
            <a:chExt cx="1067700" cy="867900"/>
          </a:xfrm>
        </p:grpSpPr>
        <p:sp>
          <p:nvSpPr>
            <p:cNvPr id="147" name="Google Shape;147;p27"/>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7"/>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27"/>
          <p:cNvGrpSpPr/>
          <p:nvPr/>
        </p:nvGrpSpPr>
        <p:grpSpPr>
          <a:xfrm rot="8100000">
            <a:off x="7746888" y="3437645"/>
            <a:ext cx="912919" cy="742084"/>
            <a:chOff x="521400" y="3135325"/>
            <a:chExt cx="1067700" cy="867900"/>
          </a:xfrm>
        </p:grpSpPr>
        <p:sp>
          <p:nvSpPr>
            <p:cNvPr id="150" name="Google Shape;150;p27"/>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7"/>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 name="Google Shape;152;p27"/>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800"/>
              <a:buNone/>
              <a:defRPr sz="4800">
                <a:solidFill>
                  <a:schemeClr val="accent1"/>
                </a:solidFill>
              </a:defRPr>
            </a:lvl1pPr>
            <a:lvl2pPr lvl="1">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28"/>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8"/>
          <p:cNvSpPr txBox="1">
            <a:spLocks noGrp="1"/>
          </p:cNvSpPr>
          <p:nvPr>
            <p:ph type="title"/>
          </p:nvPr>
        </p:nvSpPr>
        <p:spPr>
          <a:xfrm>
            <a:off x="311700" y="679950"/>
            <a:ext cx="3999000" cy="22704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lgn="ctr">
              <a:spcBef>
                <a:spcPts val="0"/>
              </a:spcBef>
              <a:spcAft>
                <a:spcPts val="0"/>
              </a:spcAft>
              <a:buSzPts val="4200"/>
              <a:buFont typeface="Assistant"/>
              <a:buNone/>
              <a:defRPr sz="4200" b="1">
                <a:latin typeface="Assistant"/>
                <a:ea typeface="Assistant"/>
                <a:cs typeface="Assistant"/>
                <a:sym typeface="Assistant"/>
              </a:defRPr>
            </a:lvl2pPr>
            <a:lvl3pPr lvl="2" algn="ctr">
              <a:spcBef>
                <a:spcPts val="0"/>
              </a:spcBef>
              <a:spcAft>
                <a:spcPts val="0"/>
              </a:spcAft>
              <a:buSzPts val="4200"/>
              <a:buFont typeface="Assistant"/>
              <a:buNone/>
              <a:defRPr sz="4200" b="1">
                <a:latin typeface="Assistant"/>
                <a:ea typeface="Assistant"/>
                <a:cs typeface="Assistant"/>
                <a:sym typeface="Assistant"/>
              </a:defRPr>
            </a:lvl3pPr>
            <a:lvl4pPr lvl="3" algn="ctr">
              <a:spcBef>
                <a:spcPts val="0"/>
              </a:spcBef>
              <a:spcAft>
                <a:spcPts val="0"/>
              </a:spcAft>
              <a:buSzPts val="4200"/>
              <a:buFont typeface="Assistant"/>
              <a:buNone/>
              <a:defRPr sz="4200" b="1">
                <a:latin typeface="Assistant"/>
                <a:ea typeface="Assistant"/>
                <a:cs typeface="Assistant"/>
                <a:sym typeface="Assistant"/>
              </a:defRPr>
            </a:lvl4pPr>
            <a:lvl5pPr lvl="4" algn="ctr">
              <a:spcBef>
                <a:spcPts val="0"/>
              </a:spcBef>
              <a:spcAft>
                <a:spcPts val="0"/>
              </a:spcAft>
              <a:buSzPts val="4200"/>
              <a:buFont typeface="Assistant"/>
              <a:buNone/>
              <a:defRPr sz="4200" b="1">
                <a:latin typeface="Assistant"/>
                <a:ea typeface="Assistant"/>
                <a:cs typeface="Assistant"/>
                <a:sym typeface="Assistant"/>
              </a:defRPr>
            </a:lvl5pPr>
            <a:lvl6pPr lvl="5" algn="ctr">
              <a:spcBef>
                <a:spcPts val="0"/>
              </a:spcBef>
              <a:spcAft>
                <a:spcPts val="0"/>
              </a:spcAft>
              <a:buSzPts val="4200"/>
              <a:buFont typeface="Assistant"/>
              <a:buNone/>
              <a:defRPr sz="4200" b="1">
                <a:latin typeface="Assistant"/>
                <a:ea typeface="Assistant"/>
                <a:cs typeface="Assistant"/>
                <a:sym typeface="Assistant"/>
              </a:defRPr>
            </a:lvl6pPr>
            <a:lvl7pPr lvl="6" algn="ctr">
              <a:spcBef>
                <a:spcPts val="0"/>
              </a:spcBef>
              <a:spcAft>
                <a:spcPts val="0"/>
              </a:spcAft>
              <a:buSzPts val="4200"/>
              <a:buFont typeface="Assistant"/>
              <a:buNone/>
              <a:defRPr sz="4200" b="1">
                <a:latin typeface="Assistant"/>
                <a:ea typeface="Assistant"/>
                <a:cs typeface="Assistant"/>
                <a:sym typeface="Assistant"/>
              </a:defRPr>
            </a:lvl7pPr>
            <a:lvl8pPr lvl="7" algn="ctr">
              <a:spcBef>
                <a:spcPts val="0"/>
              </a:spcBef>
              <a:spcAft>
                <a:spcPts val="0"/>
              </a:spcAft>
              <a:buSzPts val="4200"/>
              <a:buFont typeface="Assistant"/>
              <a:buNone/>
              <a:defRPr sz="4200" b="1">
                <a:latin typeface="Assistant"/>
                <a:ea typeface="Assistant"/>
                <a:cs typeface="Assistant"/>
                <a:sym typeface="Assistant"/>
              </a:defRPr>
            </a:lvl8pPr>
            <a:lvl9pPr lvl="8" algn="ctr">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156" name="Google Shape;156;p28"/>
          <p:cNvSpPr txBox="1">
            <a:spLocks noGrp="1"/>
          </p:cNvSpPr>
          <p:nvPr>
            <p:ph type="subTitle" idx="1"/>
          </p:nvPr>
        </p:nvSpPr>
        <p:spPr>
          <a:xfrm>
            <a:off x="311700" y="2950350"/>
            <a:ext cx="39990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57" name="Google Shape;157;p28"/>
          <p:cNvSpPr txBox="1">
            <a:spLocks noGrp="1"/>
          </p:cNvSpPr>
          <p:nvPr>
            <p:ph type="body" idx="2"/>
          </p:nvPr>
        </p:nvSpPr>
        <p:spPr>
          <a:xfrm>
            <a:off x="4939500" y="342900"/>
            <a:ext cx="3419400" cy="41796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000"/>
              </a:spcBef>
              <a:spcAft>
                <a:spcPts val="0"/>
              </a:spcAft>
              <a:buClr>
                <a:schemeClr val="lt1"/>
              </a:buClr>
              <a:buSzPts val="1400"/>
              <a:buChar char="○"/>
              <a:defRPr>
                <a:solidFill>
                  <a:schemeClr val="lt1"/>
                </a:solidFill>
              </a:defRPr>
            </a:lvl2pPr>
            <a:lvl3pPr marL="1371600" lvl="2" indent="-317500">
              <a:spcBef>
                <a:spcPts val="1000"/>
              </a:spcBef>
              <a:spcAft>
                <a:spcPts val="0"/>
              </a:spcAft>
              <a:buClr>
                <a:schemeClr val="lt1"/>
              </a:buClr>
              <a:buSzPts val="1400"/>
              <a:buChar char="■"/>
              <a:defRPr>
                <a:solidFill>
                  <a:schemeClr val="lt1"/>
                </a:solidFill>
              </a:defRPr>
            </a:lvl3pPr>
            <a:lvl4pPr marL="1828800" lvl="3" indent="-317500">
              <a:spcBef>
                <a:spcPts val="1000"/>
              </a:spcBef>
              <a:spcAft>
                <a:spcPts val="0"/>
              </a:spcAft>
              <a:buClr>
                <a:schemeClr val="lt1"/>
              </a:buClr>
              <a:buSzPts val="1400"/>
              <a:buChar char="●"/>
              <a:defRPr>
                <a:solidFill>
                  <a:schemeClr val="lt1"/>
                </a:solidFill>
              </a:defRPr>
            </a:lvl4pPr>
            <a:lvl5pPr marL="2286000" lvl="4" indent="-317500">
              <a:spcBef>
                <a:spcPts val="1000"/>
              </a:spcBef>
              <a:spcAft>
                <a:spcPts val="0"/>
              </a:spcAft>
              <a:buClr>
                <a:schemeClr val="lt1"/>
              </a:buClr>
              <a:buSzPts val="1400"/>
              <a:buChar char="○"/>
              <a:defRPr>
                <a:solidFill>
                  <a:schemeClr val="lt1"/>
                </a:solidFill>
              </a:defRPr>
            </a:lvl5pPr>
            <a:lvl6pPr marL="2743200" lvl="5" indent="-317500">
              <a:spcBef>
                <a:spcPts val="1000"/>
              </a:spcBef>
              <a:spcAft>
                <a:spcPts val="0"/>
              </a:spcAft>
              <a:buClr>
                <a:schemeClr val="lt1"/>
              </a:buClr>
              <a:buSzPts val="1400"/>
              <a:buChar char="■"/>
              <a:defRPr>
                <a:solidFill>
                  <a:schemeClr val="lt1"/>
                </a:solidFill>
              </a:defRPr>
            </a:lvl6pPr>
            <a:lvl7pPr marL="3200400" lvl="6" indent="-317500">
              <a:spcBef>
                <a:spcPts val="1000"/>
              </a:spcBef>
              <a:spcAft>
                <a:spcPts val="0"/>
              </a:spcAft>
              <a:buClr>
                <a:schemeClr val="lt1"/>
              </a:buClr>
              <a:buSzPts val="1400"/>
              <a:buChar char="●"/>
              <a:defRPr>
                <a:solidFill>
                  <a:schemeClr val="lt1"/>
                </a:solidFill>
              </a:defRPr>
            </a:lvl7pPr>
            <a:lvl8pPr marL="3657600" lvl="7" indent="-317500">
              <a:spcBef>
                <a:spcPts val="1000"/>
              </a:spcBef>
              <a:spcAft>
                <a:spcPts val="0"/>
              </a:spcAft>
              <a:buClr>
                <a:schemeClr val="lt1"/>
              </a:buClr>
              <a:buSzPts val="1400"/>
              <a:buChar char="○"/>
              <a:defRPr>
                <a:solidFill>
                  <a:schemeClr val="lt1"/>
                </a:solidFill>
              </a:defRPr>
            </a:lvl8pPr>
            <a:lvl9pPr marL="4114800" lvl="8" indent="-317500">
              <a:spcBef>
                <a:spcPts val="1000"/>
              </a:spcBef>
              <a:spcAft>
                <a:spcPts val="1000"/>
              </a:spcAft>
              <a:buClr>
                <a:schemeClr val="lt1"/>
              </a:buClr>
              <a:buSzPts val="1400"/>
              <a:buChar char="■"/>
              <a:defRPr>
                <a:solidFill>
                  <a:schemeClr val="lt1"/>
                </a:solidFill>
              </a:defRPr>
            </a:lvl9pPr>
          </a:lstStyle>
          <a:p>
            <a:endParaRPr/>
          </a:p>
        </p:txBody>
      </p:sp>
      <p:sp>
        <p:nvSpPr>
          <p:cNvPr id="158" name="Google Shape;158;p2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29"/>
          <p:cNvSpPr txBox="1">
            <a:spLocks noGrp="1"/>
          </p:cNvSpPr>
          <p:nvPr>
            <p:ph type="body" idx="1"/>
          </p:nvPr>
        </p:nvSpPr>
        <p:spPr>
          <a:xfrm>
            <a:off x="311700" y="4663200"/>
            <a:ext cx="7082100" cy="4803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sz="1000"/>
            </a:lvl1pPr>
          </a:lstStyle>
          <a:p>
            <a:endParaRPr/>
          </a:p>
        </p:txBody>
      </p:sp>
      <p:sp>
        <p:nvSpPr>
          <p:cNvPr id="161" name="Google Shape;161;p2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162"/>
        <p:cNvGrpSpPr/>
        <p:nvPr/>
      </p:nvGrpSpPr>
      <p:grpSpPr>
        <a:xfrm>
          <a:off x="0" y="0"/>
          <a:ext cx="0" cy="0"/>
          <a:chOff x="0" y="0"/>
          <a:chExt cx="0" cy="0"/>
        </a:xfrm>
      </p:grpSpPr>
      <p:sp>
        <p:nvSpPr>
          <p:cNvPr id="163" name="Google Shape;163;p30"/>
          <p:cNvSpPr txBox="1">
            <a:spLocks noGrp="1"/>
          </p:cNvSpPr>
          <p:nvPr>
            <p:ph type="title" hasCustomPrompt="1"/>
          </p:nvPr>
        </p:nvSpPr>
        <p:spPr>
          <a:xfrm>
            <a:off x="311700" y="898300"/>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accent4"/>
              </a:buClr>
              <a:buSzPts val="12000"/>
              <a:buNone/>
              <a:defRPr sz="12000">
                <a:solidFill>
                  <a:schemeClr val="accent4"/>
                </a:solidFill>
              </a:defRPr>
            </a:lvl1pPr>
            <a:lvl2pPr lvl="1" algn="ctr">
              <a:spcBef>
                <a:spcPts val="0"/>
              </a:spcBef>
              <a:spcAft>
                <a:spcPts val="0"/>
              </a:spcAft>
              <a:buClr>
                <a:schemeClr val="accent4"/>
              </a:buClr>
              <a:buSzPts val="12000"/>
              <a:buNone/>
              <a:defRPr sz="12000">
                <a:solidFill>
                  <a:schemeClr val="accent4"/>
                </a:solidFill>
              </a:defRPr>
            </a:lvl2pPr>
            <a:lvl3pPr lvl="2" algn="ctr">
              <a:spcBef>
                <a:spcPts val="0"/>
              </a:spcBef>
              <a:spcAft>
                <a:spcPts val="0"/>
              </a:spcAft>
              <a:buClr>
                <a:schemeClr val="accent4"/>
              </a:buClr>
              <a:buSzPts val="12000"/>
              <a:buNone/>
              <a:defRPr sz="12000">
                <a:solidFill>
                  <a:schemeClr val="accent4"/>
                </a:solidFill>
              </a:defRPr>
            </a:lvl3pPr>
            <a:lvl4pPr lvl="3" algn="ctr">
              <a:spcBef>
                <a:spcPts val="0"/>
              </a:spcBef>
              <a:spcAft>
                <a:spcPts val="0"/>
              </a:spcAft>
              <a:buClr>
                <a:schemeClr val="accent4"/>
              </a:buClr>
              <a:buSzPts val="12000"/>
              <a:buNone/>
              <a:defRPr sz="12000">
                <a:solidFill>
                  <a:schemeClr val="accent4"/>
                </a:solidFill>
              </a:defRPr>
            </a:lvl4pPr>
            <a:lvl5pPr lvl="4" algn="ctr">
              <a:spcBef>
                <a:spcPts val="0"/>
              </a:spcBef>
              <a:spcAft>
                <a:spcPts val="0"/>
              </a:spcAft>
              <a:buClr>
                <a:schemeClr val="accent4"/>
              </a:buClr>
              <a:buSzPts val="12000"/>
              <a:buNone/>
              <a:defRPr sz="12000">
                <a:solidFill>
                  <a:schemeClr val="accent4"/>
                </a:solidFill>
              </a:defRPr>
            </a:lvl5pPr>
            <a:lvl6pPr lvl="5" algn="ctr">
              <a:spcBef>
                <a:spcPts val="0"/>
              </a:spcBef>
              <a:spcAft>
                <a:spcPts val="0"/>
              </a:spcAft>
              <a:buClr>
                <a:schemeClr val="accent4"/>
              </a:buClr>
              <a:buSzPts val="12000"/>
              <a:buNone/>
              <a:defRPr sz="12000">
                <a:solidFill>
                  <a:schemeClr val="accent4"/>
                </a:solidFill>
              </a:defRPr>
            </a:lvl6pPr>
            <a:lvl7pPr lvl="6" algn="ctr">
              <a:spcBef>
                <a:spcPts val="0"/>
              </a:spcBef>
              <a:spcAft>
                <a:spcPts val="0"/>
              </a:spcAft>
              <a:buClr>
                <a:schemeClr val="accent4"/>
              </a:buClr>
              <a:buSzPts val="12000"/>
              <a:buNone/>
              <a:defRPr sz="12000">
                <a:solidFill>
                  <a:schemeClr val="accent4"/>
                </a:solidFill>
              </a:defRPr>
            </a:lvl7pPr>
            <a:lvl8pPr lvl="7" algn="ctr">
              <a:spcBef>
                <a:spcPts val="0"/>
              </a:spcBef>
              <a:spcAft>
                <a:spcPts val="0"/>
              </a:spcAft>
              <a:buClr>
                <a:schemeClr val="accent4"/>
              </a:buClr>
              <a:buSzPts val="12000"/>
              <a:buNone/>
              <a:defRPr sz="12000">
                <a:solidFill>
                  <a:schemeClr val="accent4"/>
                </a:solidFill>
              </a:defRPr>
            </a:lvl8pPr>
            <a:lvl9pPr lvl="8" algn="ctr">
              <a:spcBef>
                <a:spcPts val="0"/>
              </a:spcBef>
              <a:spcAft>
                <a:spcPts val="0"/>
              </a:spcAft>
              <a:buClr>
                <a:schemeClr val="accent4"/>
              </a:buClr>
              <a:buSzPts val="12000"/>
              <a:buNone/>
              <a:defRPr sz="12000">
                <a:solidFill>
                  <a:schemeClr val="accent4"/>
                </a:solidFill>
              </a:defRPr>
            </a:lvl9pPr>
          </a:lstStyle>
          <a:p>
            <a:r>
              <a:t>xx%</a:t>
            </a:r>
          </a:p>
        </p:txBody>
      </p:sp>
      <p:sp>
        <p:nvSpPr>
          <p:cNvPr id="164" name="Google Shape;164;p30"/>
          <p:cNvSpPr txBox="1">
            <a:spLocks noGrp="1"/>
          </p:cNvSpPr>
          <p:nvPr>
            <p:ph type="body" idx="1"/>
          </p:nvPr>
        </p:nvSpPr>
        <p:spPr>
          <a:xfrm>
            <a:off x="311700" y="2944400"/>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1000"/>
              </a:spcBef>
              <a:spcAft>
                <a:spcPts val="0"/>
              </a:spcAft>
              <a:buSzPts val="1400"/>
              <a:buChar char="○"/>
              <a:defRPr/>
            </a:lvl2pPr>
            <a:lvl3pPr marL="1371600" lvl="2" indent="-317500" algn="ctr">
              <a:spcBef>
                <a:spcPts val="1000"/>
              </a:spcBef>
              <a:spcAft>
                <a:spcPts val="0"/>
              </a:spcAft>
              <a:buSzPts val="1400"/>
              <a:buChar char="■"/>
              <a:defRPr/>
            </a:lvl3pPr>
            <a:lvl4pPr marL="1828800" lvl="3" indent="-317500" algn="ctr">
              <a:spcBef>
                <a:spcPts val="1000"/>
              </a:spcBef>
              <a:spcAft>
                <a:spcPts val="0"/>
              </a:spcAft>
              <a:buSzPts val="1400"/>
              <a:buChar char="●"/>
              <a:defRPr/>
            </a:lvl4pPr>
            <a:lvl5pPr marL="2286000" lvl="4" indent="-317500" algn="ctr">
              <a:spcBef>
                <a:spcPts val="1000"/>
              </a:spcBef>
              <a:spcAft>
                <a:spcPts val="0"/>
              </a:spcAft>
              <a:buSzPts val="1400"/>
              <a:buChar char="○"/>
              <a:defRPr/>
            </a:lvl5pPr>
            <a:lvl6pPr marL="2743200" lvl="5" indent="-317500" algn="ctr">
              <a:spcBef>
                <a:spcPts val="1000"/>
              </a:spcBef>
              <a:spcAft>
                <a:spcPts val="0"/>
              </a:spcAft>
              <a:buSzPts val="1400"/>
              <a:buChar char="■"/>
              <a:defRPr/>
            </a:lvl6pPr>
            <a:lvl7pPr marL="3200400" lvl="6" indent="-317500" algn="ctr">
              <a:spcBef>
                <a:spcPts val="1000"/>
              </a:spcBef>
              <a:spcAft>
                <a:spcPts val="0"/>
              </a:spcAft>
              <a:buSzPts val="1400"/>
              <a:buChar char="●"/>
              <a:defRPr/>
            </a:lvl7pPr>
            <a:lvl8pPr marL="3657600" lvl="7" indent="-317500" algn="ctr">
              <a:spcBef>
                <a:spcPts val="1000"/>
              </a:spcBef>
              <a:spcAft>
                <a:spcPts val="0"/>
              </a:spcAft>
              <a:buSzPts val="1400"/>
              <a:buChar char="○"/>
              <a:defRPr/>
            </a:lvl8pPr>
            <a:lvl9pPr marL="4114800" lvl="8" indent="-317500" algn="ctr">
              <a:spcBef>
                <a:spcPts val="1000"/>
              </a:spcBef>
              <a:spcAft>
                <a:spcPts val="1000"/>
              </a:spcAft>
              <a:buSzPts val="1400"/>
              <a:buChar char="■"/>
              <a:defRPr/>
            </a:lvl9pPr>
          </a:lstStyle>
          <a:p>
            <a:endParaRPr/>
          </a:p>
        </p:txBody>
      </p:sp>
      <p:sp>
        <p:nvSpPr>
          <p:cNvPr id="165" name="Google Shape;165;p3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166"/>
        <p:cNvGrpSpPr/>
        <p:nvPr/>
      </p:nvGrpSpPr>
      <p:grpSpPr>
        <a:xfrm>
          <a:off x="0" y="0"/>
          <a:ext cx="0" cy="0"/>
          <a:chOff x="0" y="0"/>
          <a:chExt cx="0" cy="0"/>
        </a:xfrm>
      </p:grpSpPr>
      <p:sp>
        <p:nvSpPr>
          <p:cNvPr id="167" name="Google Shape;167;p31"/>
          <p:cNvSpPr txBox="1">
            <a:spLocks noGrp="1"/>
          </p:cNvSpPr>
          <p:nvPr>
            <p:ph type="title" hasCustomPrompt="1"/>
          </p:nvPr>
        </p:nvSpPr>
        <p:spPr>
          <a:xfrm>
            <a:off x="311700" y="898300"/>
            <a:ext cx="24165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accent4"/>
              </a:buClr>
              <a:buSzPts val="7200"/>
              <a:buNone/>
              <a:defRPr sz="7200">
                <a:solidFill>
                  <a:schemeClr val="accent4"/>
                </a:solidFill>
              </a:defRPr>
            </a:lvl1pPr>
            <a:lvl2pPr lvl="1" algn="ctr">
              <a:spcBef>
                <a:spcPts val="0"/>
              </a:spcBef>
              <a:spcAft>
                <a:spcPts val="0"/>
              </a:spcAft>
              <a:buClr>
                <a:schemeClr val="accent4"/>
              </a:buClr>
              <a:buSzPts val="7200"/>
              <a:buNone/>
              <a:defRPr sz="7200">
                <a:solidFill>
                  <a:schemeClr val="accent4"/>
                </a:solidFill>
              </a:defRPr>
            </a:lvl2pPr>
            <a:lvl3pPr lvl="2" algn="ctr">
              <a:spcBef>
                <a:spcPts val="0"/>
              </a:spcBef>
              <a:spcAft>
                <a:spcPts val="0"/>
              </a:spcAft>
              <a:buClr>
                <a:schemeClr val="accent4"/>
              </a:buClr>
              <a:buSzPts val="7200"/>
              <a:buNone/>
              <a:defRPr sz="7200">
                <a:solidFill>
                  <a:schemeClr val="accent4"/>
                </a:solidFill>
              </a:defRPr>
            </a:lvl3pPr>
            <a:lvl4pPr lvl="3" algn="ctr">
              <a:spcBef>
                <a:spcPts val="0"/>
              </a:spcBef>
              <a:spcAft>
                <a:spcPts val="0"/>
              </a:spcAft>
              <a:buClr>
                <a:schemeClr val="accent4"/>
              </a:buClr>
              <a:buSzPts val="7200"/>
              <a:buNone/>
              <a:defRPr sz="7200">
                <a:solidFill>
                  <a:schemeClr val="accent4"/>
                </a:solidFill>
              </a:defRPr>
            </a:lvl4pPr>
            <a:lvl5pPr lvl="4" algn="ctr">
              <a:spcBef>
                <a:spcPts val="0"/>
              </a:spcBef>
              <a:spcAft>
                <a:spcPts val="0"/>
              </a:spcAft>
              <a:buClr>
                <a:schemeClr val="accent4"/>
              </a:buClr>
              <a:buSzPts val="7200"/>
              <a:buNone/>
              <a:defRPr sz="7200">
                <a:solidFill>
                  <a:schemeClr val="accent4"/>
                </a:solidFill>
              </a:defRPr>
            </a:lvl5pPr>
            <a:lvl6pPr lvl="5" algn="ctr">
              <a:spcBef>
                <a:spcPts val="0"/>
              </a:spcBef>
              <a:spcAft>
                <a:spcPts val="0"/>
              </a:spcAft>
              <a:buClr>
                <a:schemeClr val="accent4"/>
              </a:buClr>
              <a:buSzPts val="7200"/>
              <a:buNone/>
              <a:defRPr sz="7200">
                <a:solidFill>
                  <a:schemeClr val="accent4"/>
                </a:solidFill>
              </a:defRPr>
            </a:lvl6pPr>
            <a:lvl7pPr lvl="6" algn="ctr">
              <a:spcBef>
                <a:spcPts val="0"/>
              </a:spcBef>
              <a:spcAft>
                <a:spcPts val="0"/>
              </a:spcAft>
              <a:buClr>
                <a:schemeClr val="accent4"/>
              </a:buClr>
              <a:buSzPts val="7200"/>
              <a:buNone/>
              <a:defRPr sz="7200">
                <a:solidFill>
                  <a:schemeClr val="accent4"/>
                </a:solidFill>
              </a:defRPr>
            </a:lvl7pPr>
            <a:lvl8pPr lvl="7" algn="ctr">
              <a:spcBef>
                <a:spcPts val="0"/>
              </a:spcBef>
              <a:spcAft>
                <a:spcPts val="0"/>
              </a:spcAft>
              <a:buClr>
                <a:schemeClr val="accent4"/>
              </a:buClr>
              <a:buSzPts val="7200"/>
              <a:buNone/>
              <a:defRPr sz="7200">
                <a:solidFill>
                  <a:schemeClr val="accent4"/>
                </a:solidFill>
              </a:defRPr>
            </a:lvl8pPr>
            <a:lvl9pPr lvl="8" algn="ctr">
              <a:spcBef>
                <a:spcPts val="0"/>
              </a:spcBef>
              <a:spcAft>
                <a:spcPts val="0"/>
              </a:spcAft>
              <a:buClr>
                <a:schemeClr val="accent4"/>
              </a:buClr>
              <a:buSzPts val="7200"/>
              <a:buNone/>
              <a:defRPr sz="7200">
                <a:solidFill>
                  <a:schemeClr val="accent4"/>
                </a:solidFill>
              </a:defRPr>
            </a:lvl9pPr>
          </a:lstStyle>
          <a:p>
            <a:r>
              <a:t>xx%</a:t>
            </a:r>
          </a:p>
        </p:txBody>
      </p:sp>
      <p:sp>
        <p:nvSpPr>
          <p:cNvPr id="168" name="Google Shape;168;p31"/>
          <p:cNvSpPr txBox="1">
            <a:spLocks noGrp="1"/>
          </p:cNvSpPr>
          <p:nvPr>
            <p:ph type="body" idx="1"/>
          </p:nvPr>
        </p:nvSpPr>
        <p:spPr>
          <a:xfrm>
            <a:off x="311700" y="2944400"/>
            <a:ext cx="24165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1000"/>
              </a:spcBef>
              <a:spcAft>
                <a:spcPts val="0"/>
              </a:spcAft>
              <a:buSzPts val="1400"/>
              <a:buChar char="○"/>
              <a:defRPr/>
            </a:lvl2pPr>
            <a:lvl3pPr marL="1371600" lvl="2" indent="-317500" algn="ctr">
              <a:spcBef>
                <a:spcPts val="1000"/>
              </a:spcBef>
              <a:spcAft>
                <a:spcPts val="0"/>
              </a:spcAft>
              <a:buSzPts val="1400"/>
              <a:buChar char="■"/>
              <a:defRPr/>
            </a:lvl3pPr>
            <a:lvl4pPr marL="1828800" lvl="3" indent="-317500" algn="ctr">
              <a:spcBef>
                <a:spcPts val="1000"/>
              </a:spcBef>
              <a:spcAft>
                <a:spcPts val="0"/>
              </a:spcAft>
              <a:buSzPts val="1400"/>
              <a:buChar char="●"/>
              <a:defRPr/>
            </a:lvl4pPr>
            <a:lvl5pPr marL="2286000" lvl="4" indent="-317500" algn="ctr">
              <a:spcBef>
                <a:spcPts val="1000"/>
              </a:spcBef>
              <a:spcAft>
                <a:spcPts val="0"/>
              </a:spcAft>
              <a:buSzPts val="1400"/>
              <a:buChar char="○"/>
              <a:defRPr/>
            </a:lvl5pPr>
            <a:lvl6pPr marL="2743200" lvl="5" indent="-317500" algn="ctr">
              <a:spcBef>
                <a:spcPts val="1000"/>
              </a:spcBef>
              <a:spcAft>
                <a:spcPts val="0"/>
              </a:spcAft>
              <a:buSzPts val="1400"/>
              <a:buChar char="■"/>
              <a:defRPr/>
            </a:lvl6pPr>
            <a:lvl7pPr marL="3200400" lvl="6" indent="-317500" algn="ctr">
              <a:spcBef>
                <a:spcPts val="1000"/>
              </a:spcBef>
              <a:spcAft>
                <a:spcPts val="0"/>
              </a:spcAft>
              <a:buSzPts val="1400"/>
              <a:buChar char="●"/>
              <a:defRPr/>
            </a:lvl7pPr>
            <a:lvl8pPr marL="3657600" lvl="7" indent="-317500" algn="ctr">
              <a:spcBef>
                <a:spcPts val="1000"/>
              </a:spcBef>
              <a:spcAft>
                <a:spcPts val="0"/>
              </a:spcAft>
              <a:buSzPts val="1400"/>
              <a:buChar char="○"/>
              <a:defRPr/>
            </a:lvl8pPr>
            <a:lvl9pPr marL="4114800" lvl="8" indent="-317500" algn="ctr">
              <a:spcBef>
                <a:spcPts val="1000"/>
              </a:spcBef>
              <a:spcAft>
                <a:spcPts val="1000"/>
              </a:spcAft>
              <a:buSzPts val="1400"/>
              <a:buChar char="■"/>
              <a:defRPr/>
            </a:lvl9pPr>
          </a:lstStyle>
          <a:p>
            <a:endParaRPr/>
          </a:p>
        </p:txBody>
      </p:sp>
      <p:sp>
        <p:nvSpPr>
          <p:cNvPr id="169" name="Google Shape;169;p3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70" name="Google Shape;170;p31"/>
          <p:cNvSpPr txBox="1">
            <a:spLocks noGrp="1"/>
          </p:cNvSpPr>
          <p:nvPr>
            <p:ph type="title" idx="2" hasCustomPrompt="1"/>
          </p:nvPr>
        </p:nvSpPr>
        <p:spPr>
          <a:xfrm>
            <a:off x="6415800" y="898300"/>
            <a:ext cx="24165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accent4"/>
              </a:buClr>
              <a:buSzPts val="7200"/>
              <a:buNone/>
              <a:defRPr sz="7200">
                <a:solidFill>
                  <a:schemeClr val="accent4"/>
                </a:solidFill>
              </a:defRPr>
            </a:lvl1pPr>
            <a:lvl2pPr lvl="1" algn="ctr">
              <a:spcBef>
                <a:spcPts val="0"/>
              </a:spcBef>
              <a:spcAft>
                <a:spcPts val="0"/>
              </a:spcAft>
              <a:buClr>
                <a:schemeClr val="accent4"/>
              </a:buClr>
              <a:buSzPts val="7200"/>
              <a:buNone/>
              <a:defRPr sz="7200">
                <a:solidFill>
                  <a:schemeClr val="accent4"/>
                </a:solidFill>
              </a:defRPr>
            </a:lvl2pPr>
            <a:lvl3pPr lvl="2" algn="ctr">
              <a:spcBef>
                <a:spcPts val="0"/>
              </a:spcBef>
              <a:spcAft>
                <a:spcPts val="0"/>
              </a:spcAft>
              <a:buClr>
                <a:schemeClr val="accent4"/>
              </a:buClr>
              <a:buSzPts val="7200"/>
              <a:buNone/>
              <a:defRPr sz="7200">
                <a:solidFill>
                  <a:schemeClr val="accent4"/>
                </a:solidFill>
              </a:defRPr>
            </a:lvl3pPr>
            <a:lvl4pPr lvl="3" algn="ctr">
              <a:spcBef>
                <a:spcPts val="0"/>
              </a:spcBef>
              <a:spcAft>
                <a:spcPts val="0"/>
              </a:spcAft>
              <a:buClr>
                <a:schemeClr val="accent4"/>
              </a:buClr>
              <a:buSzPts val="7200"/>
              <a:buNone/>
              <a:defRPr sz="7200">
                <a:solidFill>
                  <a:schemeClr val="accent4"/>
                </a:solidFill>
              </a:defRPr>
            </a:lvl4pPr>
            <a:lvl5pPr lvl="4" algn="ctr">
              <a:spcBef>
                <a:spcPts val="0"/>
              </a:spcBef>
              <a:spcAft>
                <a:spcPts val="0"/>
              </a:spcAft>
              <a:buClr>
                <a:schemeClr val="accent4"/>
              </a:buClr>
              <a:buSzPts val="7200"/>
              <a:buNone/>
              <a:defRPr sz="7200">
                <a:solidFill>
                  <a:schemeClr val="accent4"/>
                </a:solidFill>
              </a:defRPr>
            </a:lvl5pPr>
            <a:lvl6pPr lvl="5" algn="ctr">
              <a:spcBef>
                <a:spcPts val="0"/>
              </a:spcBef>
              <a:spcAft>
                <a:spcPts val="0"/>
              </a:spcAft>
              <a:buClr>
                <a:schemeClr val="accent4"/>
              </a:buClr>
              <a:buSzPts val="7200"/>
              <a:buNone/>
              <a:defRPr sz="7200">
                <a:solidFill>
                  <a:schemeClr val="accent4"/>
                </a:solidFill>
              </a:defRPr>
            </a:lvl6pPr>
            <a:lvl7pPr lvl="6" algn="ctr">
              <a:spcBef>
                <a:spcPts val="0"/>
              </a:spcBef>
              <a:spcAft>
                <a:spcPts val="0"/>
              </a:spcAft>
              <a:buClr>
                <a:schemeClr val="accent4"/>
              </a:buClr>
              <a:buSzPts val="7200"/>
              <a:buNone/>
              <a:defRPr sz="7200">
                <a:solidFill>
                  <a:schemeClr val="accent4"/>
                </a:solidFill>
              </a:defRPr>
            </a:lvl7pPr>
            <a:lvl8pPr lvl="7" algn="ctr">
              <a:spcBef>
                <a:spcPts val="0"/>
              </a:spcBef>
              <a:spcAft>
                <a:spcPts val="0"/>
              </a:spcAft>
              <a:buClr>
                <a:schemeClr val="accent4"/>
              </a:buClr>
              <a:buSzPts val="7200"/>
              <a:buNone/>
              <a:defRPr sz="7200">
                <a:solidFill>
                  <a:schemeClr val="accent4"/>
                </a:solidFill>
              </a:defRPr>
            </a:lvl8pPr>
            <a:lvl9pPr lvl="8" algn="ctr">
              <a:spcBef>
                <a:spcPts val="0"/>
              </a:spcBef>
              <a:spcAft>
                <a:spcPts val="0"/>
              </a:spcAft>
              <a:buClr>
                <a:schemeClr val="accent4"/>
              </a:buClr>
              <a:buSzPts val="7200"/>
              <a:buNone/>
              <a:defRPr sz="7200">
                <a:solidFill>
                  <a:schemeClr val="accent4"/>
                </a:solidFill>
              </a:defRPr>
            </a:lvl9pPr>
          </a:lstStyle>
          <a:p>
            <a:r>
              <a:t>xx%</a:t>
            </a:r>
          </a:p>
        </p:txBody>
      </p:sp>
      <p:sp>
        <p:nvSpPr>
          <p:cNvPr id="171" name="Google Shape;171;p31"/>
          <p:cNvSpPr txBox="1">
            <a:spLocks noGrp="1"/>
          </p:cNvSpPr>
          <p:nvPr>
            <p:ph type="body" idx="3"/>
          </p:nvPr>
        </p:nvSpPr>
        <p:spPr>
          <a:xfrm>
            <a:off x="6415800" y="2944400"/>
            <a:ext cx="24165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1000"/>
              </a:spcBef>
              <a:spcAft>
                <a:spcPts val="0"/>
              </a:spcAft>
              <a:buSzPts val="1400"/>
              <a:buChar char="○"/>
              <a:defRPr/>
            </a:lvl2pPr>
            <a:lvl3pPr marL="1371600" lvl="2" indent="-317500" algn="ctr">
              <a:spcBef>
                <a:spcPts val="1000"/>
              </a:spcBef>
              <a:spcAft>
                <a:spcPts val="0"/>
              </a:spcAft>
              <a:buSzPts val="1400"/>
              <a:buChar char="■"/>
              <a:defRPr/>
            </a:lvl3pPr>
            <a:lvl4pPr marL="1828800" lvl="3" indent="-317500" algn="ctr">
              <a:spcBef>
                <a:spcPts val="1000"/>
              </a:spcBef>
              <a:spcAft>
                <a:spcPts val="0"/>
              </a:spcAft>
              <a:buSzPts val="1400"/>
              <a:buChar char="●"/>
              <a:defRPr/>
            </a:lvl4pPr>
            <a:lvl5pPr marL="2286000" lvl="4" indent="-317500" algn="ctr">
              <a:spcBef>
                <a:spcPts val="1000"/>
              </a:spcBef>
              <a:spcAft>
                <a:spcPts val="0"/>
              </a:spcAft>
              <a:buSzPts val="1400"/>
              <a:buChar char="○"/>
              <a:defRPr/>
            </a:lvl5pPr>
            <a:lvl6pPr marL="2743200" lvl="5" indent="-317500" algn="ctr">
              <a:spcBef>
                <a:spcPts val="1000"/>
              </a:spcBef>
              <a:spcAft>
                <a:spcPts val="0"/>
              </a:spcAft>
              <a:buSzPts val="1400"/>
              <a:buChar char="■"/>
              <a:defRPr/>
            </a:lvl6pPr>
            <a:lvl7pPr marL="3200400" lvl="6" indent="-317500" algn="ctr">
              <a:spcBef>
                <a:spcPts val="1000"/>
              </a:spcBef>
              <a:spcAft>
                <a:spcPts val="0"/>
              </a:spcAft>
              <a:buSzPts val="1400"/>
              <a:buChar char="●"/>
              <a:defRPr/>
            </a:lvl7pPr>
            <a:lvl8pPr marL="3657600" lvl="7" indent="-317500" algn="ctr">
              <a:spcBef>
                <a:spcPts val="1000"/>
              </a:spcBef>
              <a:spcAft>
                <a:spcPts val="0"/>
              </a:spcAft>
              <a:buSzPts val="1400"/>
              <a:buChar char="○"/>
              <a:defRPr/>
            </a:lvl8pPr>
            <a:lvl9pPr marL="4114800" lvl="8" indent="-317500" algn="ctr">
              <a:spcBef>
                <a:spcPts val="1000"/>
              </a:spcBef>
              <a:spcAft>
                <a:spcPts val="1000"/>
              </a:spcAft>
              <a:buSzPts val="1400"/>
              <a:buChar char="■"/>
              <a:defRPr/>
            </a:lvl9pPr>
          </a:lstStyle>
          <a:p>
            <a:endParaRPr/>
          </a:p>
        </p:txBody>
      </p:sp>
      <p:sp>
        <p:nvSpPr>
          <p:cNvPr id="172" name="Google Shape;172;p31"/>
          <p:cNvSpPr txBox="1">
            <a:spLocks noGrp="1"/>
          </p:cNvSpPr>
          <p:nvPr>
            <p:ph type="title" idx="4" hasCustomPrompt="1"/>
          </p:nvPr>
        </p:nvSpPr>
        <p:spPr>
          <a:xfrm>
            <a:off x="3363750" y="898300"/>
            <a:ext cx="24165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accent4"/>
              </a:buClr>
              <a:buSzPts val="7200"/>
              <a:buNone/>
              <a:defRPr sz="7200">
                <a:solidFill>
                  <a:schemeClr val="accent4"/>
                </a:solidFill>
              </a:defRPr>
            </a:lvl1pPr>
            <a:lvl2pPr lvl="1" algn="ctr">
              <a:spcBef>
                <a:spcPts val="0"/>
              </a:spcBef>
              <a:spcAft>
                <a:spcPts val="0"/>
              </a:spcAft>
              <a:buClr>
                <a:schemeClr val="accent4"/>
              </a:buClr>
              <a:buSzPts val="7200"/>
              <a:buNone/>
              <a:defRPr sz="7200">
                <a:solidFill>
                  <a:schemeClr val="accent4"/>
                </a:solidFill>
              </a:defRPr>
            </a:lvl2pPr>
            <a:lvl3pPr lvl="2" algn="ctr">
              <a:spcBef>
                <a:spcPts val="0"/>
              </a:spcBef>
              <a:spcAft>
                <a:spcPts val="0"/>
              </a:spcAft>
              <a:buClr>
                <a:schemeClr val="accent4"/>
              </a:buClr>
              <a:buSzPts val="7200"/>
              <a:buNone/>
              <a:defRPr sz="7200">
                <a:solidFill>
                  <a:schemeClr val="accent4"/>
                </a:solidFill>
              </a:defRPr>
            </a:lvl3pPr>
            <a:lvl4pPr lvl="3" algn="ctr">
              <a:spcBef>
                <a:spcPts val="0"/>
              </a:spcBef>
              <a:spcAft>
                <a:spcPts val="0"/>
              </a:spcAft>
              <a:buClr>
                <a:schemeClr val="accent4"/>
              </a:buClr>
              <a:buSzPts val="7200"/>
              <a:buNone/>
              <a:defRPr sz="7200">
                <a:solidFill>
                  <a:schemeClr val="accent4"/>
                </a:solidFill>
              </a:defRPr>
            </a:lvl4pPr>
            <a:lvl5pPr lvl="4" algn="ctr">
              <a:spcBef>
                <a:spcPts val="0"/>
              </a:spcBef>
              <a:spcAft>
                <a:spcPts val="0"/>
              </a:spcAft>
              <a:buClr>
                <a:schemeClr val="accent4"/>
              </a:buClr>
              <a:buSzPts val="7200"/>
              <a:buNone/>
              <a:defRPr sz="7200">
                <a:solidFill>
                  <a:schemeClr val="accent4"/>
                </a:solidFill>
              </a:defRPr>
            </a:lvl5pPr>
            <a:lvl6pPr lvl="5" algn="ctr">
              <a:spcBef>
                <a:spcPts val="0"/>
              </a:spcBef>
              <a:spcAft>
                <a:spcPts val="0"/>
              </a:spcAft>
              <a:buClr>
                <a:schemeClr val="accent4"/>
              </a:buClr>
              <a:buSzPts val="7200"/>
              <a:buNone/>
              <a:defRPr sz="7200">
                <a:solidFill>
                  <a:schemeClr val="accent4"/>
                </a:solidFill>
              </a:defRPr>
            </a:lvl6pPr>
            <a:lvl7pPr lvl="6" algn="ctr">
              <a:spcBef>
                <a:spcPts val="0"/>
              </a:spcBef>
              <a:spcAft>
                <a:spcPts val="0"/>
              </a:spcAft>
              <a:buClr>
                <a:schemeClr val="accent4"/>
              </a:buClr>
              <a:buSzPts val="7200"/>
              <a:buNone/>
              <a:defRPr sz="7200">
                <a:solidFill>
                  <a:schemeClr val="accent4"/>
                </a:solidFill>
              </a:defRPr>
            </a:lvl7pPr>
            <a:lvl8pPr lvl="7" algn="ctr">
              <a:spcBef>
                <a:spcPts val="0"/>
              </a:spcBef>
              <a:spcAft>
                <a:spcPts val="0"/>
              </a:spcAft>
              <a:buClr>
                <a:schemeClr val="accent4"/>
              </a:buClr>
              <a:buSzPts val="7200"/>
              <a:buNone/>
              <a:defRPr sz="7200">
                <a:solidFill>
                  <a:schemeClr val="accent4"/>
                </a:solidFill>
              </a:defRPr>
            </a:lvl8pPr>
            <a:lvl9pPr lvl="8" algn="ctr">
              <a:spcBef>
                <a:spcPts val="0"/>
              </a:spcBef>
              <a:spcAft>
                <a:spcPts val="0"/>
              </a:spcAft>
              <a:buClr>
                <a:schemeClr val="accent4"/>
              </a:buClr>
              <a:buSzPts val="7200"/>
              <a:buNone/>
              <a:defRPr sz="7200">
                <a:solidFill>
                  <a:schemeClr val="accent4"/>
                </a:solidFill>
              </a:defRPr>
            </a:lvl9pPr>
          </a:lstStyle>
          <a:p>
            <a:r>
              <a:t>xx%</a:t>
            </a:r>
          </a:p>
        </p:txBody>
      </p:sp>
      <p:sp>
        <p:nvSpPr>
          <p:cNvPr id="173" name="Google Shape;173;p31"/>
          <p:cNvSpPr txBox="1">
            <a:spLocks noGrp="1"/>
          </p:cNvSpPr>
          <p:nvPr>
            <p:ph type="body" idx="5"/>
          </p:nvPr>
        </p:nvSpPr>
        <p:spPr>
          <a:xfrm>
            <a:off x="3363750" y="2944400"/>
            <a:ext cx="24165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1000"/>
              </a:spcBef>
              <a:spcAft>
                <a:spcPts val="0"/>
              </a:spcAft>
              <a:buSzPts val="1400"/>
              <a:buChar char="○"/>
              <a:defRPr/>
            </a:lvl2pPr>
            <a:lvl3pPr marL="1371600" lvl="2" indent="-317500" algn="ctr">
              <a:spcBef>
                <a:spcPts val="1000"/>
              </a:spcBef>
              <a:spcAft>
                <a:spcPts val="0"/>
              </a:spcAft>
              <a:buSzPts val="1400"/>
              <a:buChar char="■"/>
              <a:defRPr/>
            </a:lvl3pPr>
            <a:lvl4pPr marL="1828800" lvl="3" indent="-317500" algn="ctr">
              <a:spcBef>
                <a:spcPts val="1000"/>
              </a:spcBef>
              <a:spcAft>
                <a:spcPts val="0"/>
              </a:spcAft>
              <a:buSzPts val="1400"/>
              <a:buChar char="●"/>
              <a:defRPr/>
            </a:lvl4pPr>
            <a:lvl5pPr marL="2286000" lvl="4" indent="-317500" algn="ctr">
              <a:spcBef>
                <a:spcPts val="1000"/>
              </a:spcBef>
              <a:spcAft>
                <a:spcPts val="0"/>
              </a:spcAft>
              <a:buSzPts val="1400"/>
              <a:buChar char="○"/>
              <a:defRPr/>
            </a:lvl5pPr>
            <a:lvl6pPr marL="2743200" lvl="5" indent="-317500" algn="ctr">
              <a:spcBef>
                <a:spcPts val="1000"/>
              </a:spcBef>
              <a:spcAft>
                <a:spcPts val="0"/>
              </a:spcAft>
              <a:buSzPts val="1400"/>
              <a:buChar char="■"/>
              <a:defRPr/>
            </a:lvl6pPr>
            <a:lvl7pPr marL="3200400" lvl="6" indent="-317500" algn="ctr">
              <a:spcBef>
                <a:spcPts val="1000"/>
              </a:spcBef>
              <a:spcAft>
                <a:spcPts val="0"/>
              </a:spcAft>
              <a:buSzPts val="1400"/>
              <a:buChar char="●"/>
              <a:defRPr/>
            </a:lvl7pPr>
            <a:lvl8pPr marL="3657600" lvl="7" indent="-317500" algn="ctr">
              <a:spcBef>
                <a:spcPts val="1000"/>
              </a:spcBef>
              <a:spcAft>
                <a:spcPts val="0"/>
              </a:spcAft>
              <a:buSzPts val="1400"/>
              <a:buChar char="○"/>
              <a:defRPr/>
            </a:lvl8pPr>
            <a:lvl9pPr marL="4114800" lvl="8" indent="-317500" algn="ctr">
              <a:spcBef>
                <a:spcPts val="1000"/>
              </a:spcBef>
              <a:spcAft>
                <a:spcPts val="1000"/>
              </a:spcAft>
              <a:buSzPts val="14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4"/>
        <p:cNvGrpSpPr/>
        <p:nvPr/>
      </p:nvGrpSpPr>
      <p:grpSpPr>
        <a:xfrm>
          <a:off x="0" y="0"/>
          <a:ext cx="0" cy="0"/>
          <a:chOff x="0" y="0"/>
          <a:chExt cx="0" cy="0"/>
        </a:xfrm>
      </p:grpSpPr>
      <p:sp>
        <p:nvSpPr>
          <p:cNvPr id="175" name="Google Shape;175;p3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el und Inhalt">
  <p:cSld name="Titel und Inhalt">
    <p:bg>
      <p:bgPr>
        <a:solidFill>
          <a:schemeClr val="lt1"/>
        </a:solidFill>
        <a:effectLst/>
      </p:bgPr>
    </p:bg>
    <p:spTree>
      <p:nvGrpSpPr>
        <p:cNvPr id="1" name="Shape 176"/>
        <p:cNvGrpSpPr/>
        <p:nvPr/>
      </p:nvGrpSpPr>
      <p:grpSpPr>
        <a:xfrm>
          <a:off x="0" y="0"/>
          <a:ext cx="0" cy="0"/>
          <a:chOff x="0" y="0"/>
          <a:chExt cx="0" cy="0"/>
        </a:xfrm>
      </p:grpSpPr>
      <p:sp>
        <p:nvSpPr>
          <p:cNvPr id="177" name="Google Shape;177;p33"/>
          <p:cNvSpPr txBox="1">
            <a:spLocks noGrp="1"/>
          </p:cNvSpPr>
          <p:nvPr>
            <p:ph type="sldNum" idx="12"/>
          </p:nvPr>
        </p:nvSpPr>
        <p:spPr>
          <a:xfrm>
            <a:off x="540000" y="4726558"/>
            <a:ext cx="2411700" cy="273900"/>
          </a:xfrm>
          <a:prstGeom prst="rect">
            <a:avLst/>
          </a:prstGeom>
          <a:noFill/>
          <a:ln>
            <a:noFill/>
          </a:ln>
        </p:spPr>
        <p:txBody>
          <a:bodyPr spcFirstLastPara="1" wrap="square" lIns="68575" tIns="34275" rIns="68575" bIns="34275" anchor="ctr" anchorCtr="0">
            <a:normAutofit/>
          </a:bodyPr>
          <a:lstStyle>
            <a:lvl1pPr marL="0" marR="0" lvl="0"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1pPr>
            <a:lvl2pPr marL="0" marR="0" lvl="1"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2pPr>
            <a:lvl3pPr marL="0" marR="0" lvl="2"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3pPr>
            <a:lvl4pPr marL="0" marR="0" lvl="3"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4pPr>
            <a:lvl5pPr marL="0" marR="0" lvl="4"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5pPr>
            <a:lvl6pPr marL="0" marR="0" lvl="5"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6pPr>
            <a:lvl7pPr marL="0" marR="0" lvl="6"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7pPr>
            <a:lvl8pPr marL="0" marR="0" lvl="7"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8pPr>
            <a:lvl9pPr marL="0" marR="0" lvl="8"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9pPr>
          </a:lstStyle>
          <a:p>
            <a:pPr marL="0" lvl="0" indent="0" algn="l" rtl="0">
              <a:spcBef>
                <a:spcPts val="0"/>
              </a:spcBef>
              <a:spcAft>
                <a:spcPts val="0"/>
              </a:spcAft>
              <a:buNone/>
            </a:pPr>
            <a:fld id="{00000000-1234-1234-1234-123412341234}" type="slidenum">
              <a:rPr lang="en"/>
              <a:t>‹#›</a:t>
            </a:fld>
            <a:r>
              <a:rPr lang="en"/>
              <a:t>	</a:t>
            </a:r>
            <a:r>
              <a:rPr lang="en">
                <a:latin typeface="Roboto Light"/>
                <a:ea typeface="Roboto Light"/>
                <a:cs typeface="Roboto Light"/>
                <a:sym typeface="Roboto Light"/>
              </a:rPr>
              <a:t>Salesfive Consulting GmbH</a:t>
            </a:r>
            <a:endParaRPr sz="1100">
              <a:solidFill>
                <a:srgbClr val="000000"/>
              </a:solidFill>
              <a:latin typeface="Arial"/>
              <a:ea typeface="Arial"/>
              <a:cs typeface="Arial"/>
              <a:sym typeface="Arial"/>
            </a:endParaRPr>
          </a:p>
        </p:txBody>
      </p:sp>
      <p:sp>
        <p:nvSpPr>
          <p:cNvPr id="178" name="Google Shape;178;p33"/>
          <p:cNvSpPr txBox="1">
            <a:spLocks noGrp="1"/>
          </p:cNvSpPr>
          <p:nvPr>
            <p:ph type="body" idx="1"/>
          </p:nvPr>
        </p:nvSpPr>
        <p:spPr>
          <a:xfrm>
            <a:off x="540000" y="754732"/>
            <a:ext cx="4831800" cy="30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800"/>
              </a:spcBef>
              <a:spcAft>
                <a:spcPts val="0"/>
              </a:spcAft>
              <a:buClr>
                <a:schemeClr val="dk1"/>
              </a:buClr>
              <a:buSzPts val="2100"/>
              <a:buFont typeface="Arial"/>
              <a:buNone/>
              <a:defRPr sz="2100" b="0" i="0" u="none" strike="noStrike" cap="none">
                <a:solidFill>
                  <a:schemeClr val="dk1"/>
                </a:solidFill>
                <a:latin typeface="Roboto Medium"/>
                <a:ea typeface="Roboto Medium"/>
                <a:cs typeface="Roboto Medium"/>
                <a:sym typeface="Roboto Medium"/>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179" name="Google Shape;179;p33"/>
          <p:cNvSpPr txBox="1">
            <a:spLocks noGrp="1"/>
          </p:cNvSpPr>
          <p:nvPr>
            <p:ph type="body" idx="2"/>
          </p:nvPr>
        </p:nvSpPr>
        <p:spPr>
          <a:xfrm>
            <a:off x="540000" y="573528"/>
            <a:ext cx="4831800" cy="181200"/>
          </a:xfrm>
          <a:prstGeom prst="rect">
            <a:avLst/>
          </a:prstGeom>
          <a:noFill/>
          <a:ln>
            <a:noFill/>
          </a:ln>
        </p:spPr>
        <p:txBody>
          <a:bodyPr spcFirstLastPara="1" wrap="square" lIns="68575" tIns="34275" rIns="68575" bIns="34275" anchor="t" anchorCtr="0">
            <a:normAutofit/>
          </a:bodyPr>
          <a:lstStyle>
            <a:lvl1pPr marL="457200" marR="0" lvl="0" indent="-228600" algn="l">
              <a:lnSpc>
                <a:spcPct val="80000"/>
              </a:lnSpc>
              <a:spcBef>
                <a:spcPts val="800"/>
              </a:spcBef>
              <a:spcAft>
                <a:spcPts val="0"/>
              </a:spcAft>
              <a:buClr>
                <a:srgbClr val="C8C8C8"/>
              </a:buClr>
              <a:buSzPts val="900"/>
              <a:buFont typeface="Arial"/>
              <a:buNone/>
              <a:defRPr sz="900" b="0" i="0" u="none" strike="noStrike" cap="none">
                <a:solidFill>
                  <a:srgbClr val="C8C8C8"/>
                </a:solidFill>
                <a:latin typeface="Roboto Medium"/>
                <a:ea typeface="Roboto Medium"/>
                <a:cs typeface="Roboto Medium"/>
                <a:sym typeface="Roboto Medium"/>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180" name="Google Shape;180;p33"/>
          <p:cNvPicPr preferRelativeResize="0"/>
          <p:nvPr/>
        </p:nvPicPr>
        <p:blipFill rotWithShape="1">
          <a:blip r:embed="rId2">
            <a:alphaModFix/>
          </a:blip>
          <a:srcRect/>
          <a:stretch/>
        </p:blipFill>
        <p:spPr>
          <a:xfrm>
            <a:off x="7921615" y="4768979"/>
            <a:ext cx="628384" cy="189001"/>
          </a:xfrm>
          <a:prstGeom prst="rect">
            <a:avLst/>
          </a:prstGeom>
          <a:noFill/>
          <a:ln>
            <a:noFill/>
          </a:ln>
        </p:spPr>
      </p:pic>
      <p:sp>
        <p:nvSpPr>
          <p:cNvPr id="181" name="Google Shape;181;p33"/>
          <p:cNvSpPr txBox="1">
            <a:spLocks noGrp="1"/>
          </p:cNvSpPr>
          <p:nvPr>
            <p:ph type="body" idx="3"/>
          </p:nvPr>
        </p:nvSpPr>
        <p:spPr>
          <a:xfrm>
            <a:off x="540000" y="1491854"/>
            <a:ext cx="6750000" cy="181200"/>
          </a:xfrm>
          <a:prstGeom prst="rect">
            <a:avLst/>
          </a:prstGeom>
          <a:noFill/>
          <a:ln>
            <a:noFill/>
          </a:ln>
        </p:spPr>
        <p:txBody>
          <a:bodyPr spcFirstLastPara="1" wrap="square" lIns="68575" tIns="34275" rIns="68575" bIns="34275" anchor="t" anchorCtr="0">
            <a:normAutofit/>
          </a:bodyPr>
          <a:lstStyle>
            <a:lvl1pPr marL="457200" marR="0" lvl="0" indent="-228600" algn="l">
              <a:lnSpc>
                <a:spcPct val="130000"/>
              </a:lnSpc>
              <a:spcBef>
                <a:spcPts val="800"/>
              </a:spcBef>
              <a:spcAft>
                <a:spcPts val="0"/>
              </a:spcAft>
              <a:buClr>
                <a:srgbClr val="050505"/>
              </a:buClr>
              <a:buSzPts val="900"/>
              <a:buFont typeface="Arial"/>
              <a:buNone/>
              <a:defRPr sz="900" b="0" i="0" u="none" strike="noStrike" cap="none">
                <a:solidFill>
                  <a:srgbClr val="050505"/>
                </a:solidFill>
                <a:latin typeface="Roboto"/>
                <a:ea typeface="Roboto"/>
                <a:cs typeface="Roboto"/>
                <a:sym typeface="Roboto"/>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182"/>
        <p:cNvGrpSpPr/>
        <p:nvPr/>
      </p:nvGrpSpPr>
      <p:grpSpPr>
        <a:xfrm>
          <a:off x="0" y="0"/>
          <a:ext cx="0" cy="0"/>
          <a:chOff x="0" y="0"/>
          <a:chExt cx="0" cy="0"/>
        </a:xfrm>
      </p:grpSpPr>
      <p:sp>
        <p:nvSpPr>
          <p:cNvPr id="183" name="Google Shape;183;p34"/>
          <p:cNvSpPr/>
          <p:nvPr/>
        </p:nvSpPr>
        <p:spPr>
          <a:xfrm>
            <a:off x="0" y="-3050"/>
            <a:ext cx="9144000" cy="5143500"/>
          </a:xfrm>
          <a:prstGeom prst="rect">
            <a:avLst/>
          </a:prstGeom>
          <a:solidFill>
            <a:srgbClr val="58ADC5"/>
          </a:solidFill>
          <a:ln w="38100" cap="flat" cmpd="sng">
            <a:solidFill>
              <a:srgbClr val="58ADC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184" name="Google Shape;184;p34"/>
          <p:cNvGrpSpPr/>
          <p:nvPr/>
        </p:nvGrpSpPr>
        <p:grpSpPr>
          <a:xfrm>
            <a:off x="8638982" y="104318"/>
            <a:ext cx="401181" cy="515668"/>
            <a:chOff x="-1" y="-1"/>
            <a:chExt cx="1210200" cy="1615500"/>
          </a:xfrm>
        </p:grpSpPr>
        <p:sp>
          <p:nvSpPr>
            <p:cNvPr id="185" name="Google Shape;185;p34"/>
            <p:cNvSpPr/>
            <p:nvPr/>
          </p:nvSpPr>
          <p:spPr>
            <a:xfrm>
              <a:off x="-1" y="-1"/>
              <a:ext cx="1210200" cy="1615500"/>
            </a:xfrm>
            <a:prstGeom prst="rect">
              <a:avLst/>
            </a:prstGeom>
            <a:solidFill>
              <a:srgbClr val="FFFFFF"/>
            </a:solidFill>
            <a:ln>
              <a:noFill/>
            </a:ln>
            <a:effectLst>
              <a:outerShdw blurRad="63500" dist="25400" dir="5400000" rotWithShape="0">
                <a:srgbClr val="000000">
                  <a:alpha val="49410"/>
                </a:srgbClr>
              </a:outerShdw>
            </a:effectLst>
          </p:spPr>
          <p:txBody>
            <a:bodyPr spcFirstLastPara="1" wrap="square" lIns="26775" tIns="26775" rIns="26775" bIns="267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186" name="Google Shape;186;p34" descr="Grafik 7"/>
            <p:cNvPicPr preferRelativeResize="0"/>
            <p:nvPr/>
          </p:nvPicPr>
          <p:blipFill rotWithShape="1">
            <a:blip r:embed="rId2">
              <a:alphaModFix/>
            </a:blip>
            <a:srcRect/>
            <a:stretch/>
          </p:blipFill>
          <p:spPr>
            <a:xfrm>
              <a:off x="99038" y="85734"/>
              <a:ext cx="1012047" cy="1444010"/>
            </a:xfrm>
            <a:prstGeom prst="rect">
              <a:avLst/>
            </a:prstGeom>
            <a:noFill/>
            <a:ln>
              <a:noFill/>
            </a:ln>
          </p:spPr>
        </p:pic>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87"/>
        <p:cNvGrpSpPr/>
        <p:nvPr/>
      </p:nvGrpSpPr>
      <p:grpSpPr>
        <a:xfrm>
          <a:off x="0" y="0"/>
          <a:ext cx="0" cy="0"/>
          <a:chOff x="0" y="0"/>
          <a:chExt cx="0" cy="0"/>
        </a:xfrm>
      </p:grpSpPr>
      <p:sp>
        <p:nvSpPr>
          <p:cNvPr id="188" name="Google Shape;188;p35"/>
          <p:cNvSpPr txBox="1">
            <a:spLocks noGrp="1"/>
          </p:cNvSpPr>
          <p:nvPr>
            <p:ph type="title"/>
          </p:nvPr>
        </p:nvSpPr>
        <p:spPr>
          <a:xfrm>
            <a:off x="457200" y="205978"/>
            <a:ext cx="8229600" cy="857400"/>
          </a:xfrm>
          <a:prstGeom prst="rect">
            <a:avLst/>
          </a:prstGeom>
          <a:noFill/>
          <a:ln>
            <a:noFill/>
          </a:ln>
        </p:spPr>
        <p:txBody>
          <a:bodyPr spcFirstLastPara="1" wrap="square" lIns="79125" tIns="79125" rIns="79125" bIns="79125" anchor="ctr" anchorCtr="0">
            <a:normAutofit/>
          </a:bodyPr>
          <a:lstStyle>
            <a:lvl1pPr marR="0" lvl="0" algn="ctr">
              <a:lnSpc>
                <a:spcPct val="100000"/>
              </a:lnSpc>
              <a:spcBef>
                <a:spcPts val="0"/>
              </a:spcBef>
              <a:spcAft>
                <a:spcPts val="0"/>
              </a:spcAft>
              <a:buClr>
                <a:schemeClr val="dk1"/>
              </a:buClr>
              <a:buSzPts val="1200"/>
              <a:buFont typeface="Calibri"/>
              <a:buNone/>
              <a:defRPr sz="38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200"/>
              <a:buFont typeface="Arial"/>
              <a:buNone/>
              <a:defRPr sz="1600"/>
            </a:lvl2pPr>
            <a:lvl3pPr lvl="2" algn="l">
              <a:lnSpc>
                <a:spcPct val="100000"/>
              </a:lnSpc>
              <a:spcBef>
                <a:spcPts val="0"/>
              </a:spcBef>
              <a:spcAft>
                <a:spcPts val="0"/>
              </a:spcAft>
              <a:buSzPts val="1200"/>
              <a:buFont typeface="Arial"/>
              <a:buNone/>
              <a:defRPr sz="1600"/>
            </a:lvl3pPr>
            <a:lvl4pPr lvl="3" algn="l">
              <a:lnSpc>
                <a:spcPct val="100000"/>
              </a:lnSpc>
              <a:spcBef>
                <a:spcPts val="0"/>
              </a:spcBef>
              <a:spcAft>
                <a:spcPts val="0"/>
              </a:spcAft>
              <a:buSzPts val="1200"/>
              <a:buFont typeface="Arial"/>
              <a:buNone/>
              <a:defRPr sz="1600"/>
            </a:lvl4pPr>
            <a:lvl5pPr lvl="4" algn="l">
              <a:lnSpc>
                <a:spcPct val="100000"/>
              </a:lnSpc>
              <a:spcBef>
                <a:spcPts val="0"/>
              </a:spcBef>
              <a:spcAft>
                <a:spcPts val="0"/>
              </a:spcAft>
              <a:buSzPts val="1200"/>
              <a:buFont typeface="Arial"/>
              <a:buNone/>
              <a:defRPr sz="1600"/>
            </a:lvl5pPr>
            <a:lvl6pPr lvl="5" algn="l">
              <a:lnSpc>
                <a:spcPct val="100000"/>
              </a:lnSpc>
              <a:spcBef>
                <a:spcPts val="0"/>
              </a:spcBef>
              <a:spcAft>
                <a:spcPts val="0"/>
              </a:spcAft>
              <a:buSzPts val="1200"/>
              <a:buFont typeface="Arial"/>
              <a:buNone/>
              <a:defRPr sz="1600"/>
            </a:lvl6pPr>
            <a:lvl7pPr lvl="6" algn="l">
              <a:lnSpc>
                <a:spcPct val="100000"/>
              </a:lnSpc>
              <a:spcBef>
                <a:spcPts val="0"/>
              </a:spcBef>
              <a:spcAft>
                <a:spcPts val="0"/>
              </a:spcAft>
              <a:buSzPts val="1200"/>
              <a:buFont typeface="Arial"/>
              <a:buNone/>
              <a:defRPr sz="1600"/>
            </a:lvl7pPr>
            <a:lvl8pPr lvl="7" algn="l">
              <a:lnSpc>
                <a:spcPct val="100000"/>
              </a:lnSpc>
              <a:spcBef>
                <a:spcPts val="0"/>
              </a:spcBef>
              <a:spcAft>
                <a:spcPts val="0"/>
              </a:spcAft>
              <a:buSzPts val="1200"/>
              <a:buFont typeface="Arial"/>
              <a:buNone/>
              <a:defRPr sz="1600"/>
            </a:lvl8pPr>
            <a:lvl9pPr lvl="8" algn="l">
              <a:lnSpc>
                <a:spcPct val="100000"/>
              </a:lnSpc>
              <a:spcBef>
                <a:spcPts val="0"/>
              </a:spcBef>
              <a:spcAft>
                <a:spcPts val="0"/>
              </a:spcAft>
              <a:buSzPts val="1200"/>
              <a:buFont typeface="Arial"/>
              <a:buNone/>
              <a:defRPr sz="1600"/>
            </a:lvl9pPr>
          </a:lstStyle>
          <a:p>
            <a:endParaRPr/>
          </a:p>
        </p:txBody>
      </p:sp>
      <p:sp>
        <p:nvSpPr>
          <p:cNvPr id="189" name="Google Shape;189;p35"/>
          <p:cNvSpPr txBox="1">
            <a:spLocks noGrp="1"/>
          </p:cNvSpPr>
          <p:nvPr>
            <p:ph type="body" idx="1"/>
          </p:nvPr>
        </p:nvSpPr>
        <p:spPr>
          <a:xfrm>
            <a:off x="457200" y="1200151"/>
            <a:ext cx="8229600" cy="3394500"/>
          </a:xfrm>
          <a:prstGeom prst="rect">
            <a:avLst/>
          </a:prstGeom>
          <a:noFill/>
          <a:ln>
            <a:noFill/>
          </a:ln>
        </p:spPr>
        <p:txBody>
          <a:bodyPr spcFirstLastPara="1" wrap="square" lIns="79125" tIns="79125" rIns="79125" bIns="79125" anchor="t" anchorCtr="0">
            <a:normAutofit/>
          </a:bodyPr>
          <a:lstStyle>
            <a:lvl1pPr marL="457200" marR="0" lvl="0" indent="-406400" algn="l">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61950" algn="l">
              <a:lnSpc>
                <a:spcPct val="100000"/>
              </a:lnSpc>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3pPr>
            <a:lvl4pPr marL="1828800" marR="0" lvl="3"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4pPr>
            <a:lvl5pPr marL="2286000" marR="0" lvl="4"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5pPr>
            <a:lvl6pPr marL="2743200" marR="0" lvl="5"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6pPr>
            <a:lvl7pPr marL="3200400" marR="0" lvl="6"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7pPr>
            <a:lvl8pPr marL="3657600" marR="0" lvl="7"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8pPr>
            <a:lvl9pPr marL="4114800" marR="0" lvl="8"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9pPr>
          </a:lstStyle>
          <a:p>
            <a:endParaRPr/>
          </a:p>
        </p:txBody>
      </p:sp>
      <p:sp>
        <p:nvSpPr>
          <p:cNvPr id="190" name="Google Shape;190;p35"/>
          <p:cNvSpPr txBox="1">
            <a:spLocks noGrp="1"/>
          </p:cNvSpPr>
          <p:nvPr>
            <p:ph type="dt" idx="10"/>
          </p:nvPr>
        </p:nvSpPr>
        <p:spPr>
          <a:xfrm>
            <a:off x="457201" y="4767263"/>
            <a:ext cx="2133600" cy="273900"/>
          </a:xfrm>
          <a:prstGeom prst="rect">
            <a:avLst/>
          </a:prstGeom>
          <a:noFill/>
          <a:ln>
            <a:noFill/>
          </a:ln>
        </p:spPr>
        <p:txBody>
          <a:bodyPr spcFirstLastPara="1" wrap="square" lIns="79125" tIns="79125" rIns="79125" bIns="79125" anchor="ctr" anchorCtr="0">
            <a:noAutofit/>
          </a:bodyPr>
          <a:lstStyle>
            <a:lvl1pPr marR="0" lvl="0" algn="l">
              <a:lnSpc>
                <a:spcPct val="100000"/>
              </a:lnSpc>
              <a:spcBef>
                <a:spcPts val="0"/>
              </a:spcBef>
              <a:spcAft>
                <a:spcPts val="0"/>
              </a:spcAft>
              <a:buClr>
                <a:srgbClr val="888888"/>
              </a:buClr>
              <a:buSzPts val="1200"/>
              <a:buFont typeface="Calibri"/>
              <a:buNone/>
              <a:defRPr sz="10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9pPr>
          </a:lstStyle>
          <a:p>
            <a:endParaRPr/>
          </a:p>
        </p:txBody>
      </p:sp>
      <p:sp>
        <p:nvSpPr>
          <p:cNvPr id="191" name="Google Shape;191;p35"/>
          <p:cNvSpPr txBox="1">
            <a:spLocks noGrp="1"/>
          </p:cNvSpPr>
          <p:nvPr>
            <p:ph type="ftr" idx="11"/>
          </p:nvPr>
        </p:nvSpPr>
        <p:spPr>
          <a:xfrm>
            <a:off x="3124200" y="4767263"/>
            <a:ext cx="2895600" cy="273900"/>
          </a:xfrm>
          <a:prstGeom prst="rect">
            <a:avLst/>
          </a:prstGeom>
          <a:noFill/>
          <a:ln>
            <a:noFill/>
          </a:ln>
        </p:spPr>
        <p:txBody>
          <a:bodyPr spcFirstLastPara="1" wrap="square" lIns="79125" tIns="79125" rIns="79125" bIns="79125" anchor="ctr" anchorCtr="0">
            <a:noAutofit/>
          </a:bodyPr>
          <a:lstStyle>
            <a:lvl1pPr marR="0" lvl="0" algn="ctr">
              <a:lnSpc>
                <a:spcPct val="100000"/>
              </a:lnSpc>
              <a:spcBef>
                <a:spcPts val="0"/>
              </a:spcBef>
              <a:spcAft>
                <a:spcPts val="0"/>
              </a:spcAft>
              <a:buClr>
                <a:srgbClr val="888888"/>
              </a:buClr>
              <a:buSzPts val="1200"/>
              <a:buFont typeface="Calibri"/>
              <a:buNone/>
              <a:defRPr sz="10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9pPr>
          </a:lstStyle>
          <a:p>
            <a:endParaRPr/>
          </a:p>
        </p:txBody>
      </p:sp>
      <p:sp>
        <p:nvSpPr>
          <p:cNvPr id="192" name="Google Shape;192;p35"/>
          <p:cNvSpPr txBox="1">
            <a:spLocks noGrp="1"/>
          </p:cNvSpPr>
          <p:nvPr>
            <p:ph type="sldNum" idx="12"/>
          </p:nvPr>
        </p:nvSpPr>
        <p:spPr>
          <a:xfrm>
            <a:off x="6553201" y="4767263"/>
            <a:ext cx="2133600" cy="273900"/>
          </a:xfrm>
          <a:prstGeom prst="rect">
            <a:avLst/>
          </a:prstGeom>
          <a:noFill/>
          <a:ln>
            <a:noFill/>
          </a:ln>
        </p:spPr>
        <p:txBody>
          <a:bodyPr spcFirstLastPara="1" wrap="square" lIns="79125" tIns="39550" rIns="79125" bIns="39550" anchor="ctr" anchorCtr="0">
            <a:normAutofit/>
          </a:bodyPr>
          <a:lstStyle>
            <a:lvl1pPr marL="0" marR="0" lvl="0"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3"/>
        <p:cNvGrpSpPr/>
        <p:nvPr/>
      </p:nvGrpSpPr>
      <p:grpSpPr>
        <a:xfrm>
          <a:off x="0" y="0"/>
          <a:ext cx="0" cy="0"/>
          <a:chOff x="0" y="0"/>
          <a:chExt cx="0" cy="0"/>
        </a:xfrm>
      </p:grpSpPr>
      <p:sp>
        <p:nvSpPr>
          <p:cNvPr id="194" name="Google Shape;194;p36"/>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700"/>
              <a:buNone/>
              <a:defRPr/>
            </a:lvl1pPr>
            <a:lvl2pPr lvl="1" algn="l">
              <a:lnSpc>
                <a:spcPct val="90000"/>
              </a:lnSpc>
              <a:spcBef>
                <a:spcPts val="0"/>
              </a:spcBef>
              <a:spcAft>
                <a:spcPts val="0"/>
              </a:spcAft>
              <a:buClr>
                <a:srgbClr val="000000"/>
              </a:buClr>
              <a:buSzPts val="700"/>
              <a:buNone/>
              <a:defRPr/>
            </a:lvl2pPr>
            <a:lvl3pPr lvl="2" algn="l">
              <a:lnSpc>
                <a:spcPct val="90000"/>
              </a:lnSpc>
              <a:spcBef>
                <a:spcPts val="0"/>
              </a:spcBef>
              <a:spcAft>
                <a:spcPts val="0"/>
              </a:spcAft>
              <a:buClr>
                <a:srgbClr val="000000"/>
              </a:buClr>
              <a:buSzPts val="700"/>
              <a:buNone/>
              <a:defRPr/>
            </a:lvl3pPr>
            <a:lvl4pPr lvl="3" algn="l">
              <a:lnSpc>
                <a:spcPct val="90000"/>
              </a:lnSpc>
              <a:spcBef>
                <a:spcPts val="0"/>
              </a:spcBef>
              <a:spcAft>
                <a:spcPts val="0"/>
              </a:spcAft>
              <a:buClr>
                <a:srgbClr val="000000"/>
              </a:buClr>
              <a:buSzPts val="700"/>
              <a:buNone/>
              <a:defRPr/>
            </a:lvl4pPr>
            <a:lvl5pPr lvl="4" algn="l">
              <a:lnSpc>
                <a:spcPct val="90000"/>
              </a:lnSpc>
              <a:spcBef>
                <a:spcPts val="0"/>
              </a:spcBef>
              <a:spcAft>
                <a:spcPts val="0"/>
              </a:spcAft>
              <a:buClr>
                <a:srgbClr val="000000"/>
              </a:buClr>
              <a:buSzPts val="700"/>
              <a:buNone/>
              <a:defRPr/>
            </a:lvl5pPr>
            <a:lvl6pPr lvl="5" algn="l">
              <a:lnSpc>
                <a:spcPct val="90000"/>
              </a:lnSpc>
              <a:spcBef>
                <a:spcPts val="0"/>
              </a:spcBef>
              <a:spcAft>
                <a:spcPts val="0"/>
              </a:spcAft>
              <a:buClr>
                <a:srgbClr val="000000"/>
              </a:buClr>
              <a:buSzPts val="700"/>
              <a:buNone/>
              <a:defRPr/>
            </a:lvl6pPr>
            <a:lvl7pPr lvl="6" algn="l">
              <a:lnSpc>
                <a:spcPct val="90000"/>
              </a:lnSpc>
              <a:spcBef>
                <a:spcPts val="0"/>
              </a:spcBef>
              <a:spcAft>
                <a:spcPts val="0"/>
              </a:spcAft>
              <a:buClr>
                <a:srgbClr val="000000"/>
              </a:buClr>
              <a:buSzPts val="700"/>
              <a:buNone/>
              <a:defRPr/>
            </a:lvl7pPr>
            <a:lvl8pPr lvl="7" algn="l">
              <a:lnSpc>
                <a:spcPct val="90000"/>
              </a:lnSpc>
              <a:spcBef>
                <a:spcPts val="0"/>
              </a:spcBef>
              <a:spcAft>
                <a:spcPts val="0"/>
              </a:spcAft>
              <a:buClr>
                <a:srgbClr val="000000"/>
              </a:buClr>
              <a:buSzPts val="700"/>
              <a:buNone/>
              <a:defRPr/>
            </a:lvl8pPr>
            <a:lvl9pPr lvl="8" algn="l">
              <a:lnSpc>
                <a:spcPct val="90000"/>
              </a:lnSpc>
              <a:spcBef>
                <a:spcPts val="0"/>
              </a:spcBef>
              <a:spcAft>
                <a:spcPts val="0"/>
              </a:spcAft>
              <a:buClr>
                <a:srgbClr val="000000"/>
              </a:buClr>
              <a:buSzPts val="700"/>
              <a:buNone/>
              <a:defRPr/>
            </a:lvl9pPr>
          </a:lstStyle>
          <a:p>
            <a:endParaRPr/>
          </a:p>
        </p:txBody>
      </p:sp>
      <p:sp>
        <p:nvSpPr>
          <p:cNvPr id="195" name="Google Shape;195;p36"/>
          <p:cNvSpPr txBox="1">
            <a:spLocks noGrp="1"/>
          </p:cNvSpPr>
          <p:nvPr>
            <p:ph type="body" idx="1"/>
          </p:nvPr>
        </p:nvSpPr>
        <p:spPr>
          <a:xfrm>
            <a:off x="628650" y="1369219"/>
            <a:ext cx="7886700" cy="3263400"/>
          </a:xfrm>
          <a:prstGeom prst="rect">
            <a:avLst/>
          </a:prstGeom>
          <a:noFill/>
          <a:ln>
            <a:noFill/>
          </a:ln>
        </p:spPr>
        <p:txBody>
          <a:bodyPr spcFirstLastPara="1" wrap="square" lIns="34275" tIns="34275" rIns="34275" bIns="34275" anchor="t" anchorCtr="0">
            <a:normAutofit/>
          </a:bodyPr>
          <a:lstStyle>
            <a:lvl1pPr marL="457200" lvl="0" indent="-273050" algn="l">
              <a:lnSpc>
                <a:spcPct val="90000"/>
              </a:lnSpc>
              <a:spcBef>
                <a:spcPts val="800"/>
              </a:spcBef>
              <a:spcAft>
                <a:spcPts val="0"/>
              </a:spcAft>
              <a:buClr>
                <a:srgbClr val="000000"/>
              </a:buClr>
              <a:buSzPts val="700"/>
              <a:buChar char="●"/>
              <a:defRPr/>
            </a:lvl1pPr>
            <a:lvl2pPr marL="914400" lvl="1" indent="-273050" algn="l">
              <a:lnSpc>
                <a:spcPct val="90000"/>
              </a:lnSpc>
              <a:spcBef>
                <a:spcPts val="800"/>
              </a:spcBef>
              <a:spcAft>
                <a:spcPts val="0"/>
              </a:spcAft>
              <a:buClr>
                <a:srgbClr val="000000"/>
              </a:buClr>
              <a:buSzPts val="700"/>
              <a:buChar char="○"/>
              <a:defRPr/>
            </a:lvl2pPr>
            <a:lvl3pPr marL="1371600" lvl="2" indent="-273050" algn="l">
              <a:lnSpc>
                <a:spcPct val="90000"/>
              </a:lnSpc>
              <a:spcBef>
                <a:spcPts val="800"/>
              </a:spcBef>
              <a:spcAft>
                <a:spcPts val="0"/>
              </a:spcAft>
              <a:buClr>
                <a:srgbClr val="000000"/>
              </a:buClr>
              <a:buSzPts val="700"/>
              <a:buChar char="■"/>
              <a:defRPr/>
            </a:lvl3pPr>
            <a:lvl4pPr marL="1828800" lvl="3" indent="-273050" algn="l">
              <a:lnSpc>
                <a:spcPct val="90000"/>
              </a:lnSpc>
              <a:spcBef>
                <a:spcPts val="800"/>
              </a:spcBef>
              <a:spcAft>
                <a:spcPts val="0"/>
              </a:spcAft>
              <a:buClr>
                <a:srgbClr val="000000"/>
              </a:buClr>
              <a:buSzPts val="700"/>
              <a:buChar char="●"/>
              <a:defRPr/>
            </a:lvl4pPr>
            <a:lvl5pPr marL="2286000" lvl="4" indent="-273050" algn="l">
              <a:lnSpc>
                <a:spcPct val="90000"/>
              </a:lnSpc>
              <a:spcBef>
                <a:spcPts val="800"/>
              </a:spcBef>
              <a:spcAft>
                <a:spcPts val="0"/>
              </a:spcAft>
              <a:buClr>
                <a:srgbClr val="000000"/>
              </a:buClr>
              <a:buSzPts val="700"/>
              <a:buChar char="○"/>
              <a:defRPr/>
            </a:lvl5pPr>
            <a:lvl6pPr marL="2743200" lvl="5" indent="-273050" algn="l">
              <a:lnSpc>
                <a:spcPct val="90000"/>
              </a:lnSpc>
              <a:spcBef>
                <a:spcPts val="800"/>
              </a:spcBef>
              <a:spcAft>
                <a:spcPts val="0"/>
              </a:spcAft>
              <a:buClr>
                <a:srgbClr val="000000"/>
              </a:buClr>
              <a:buSzPts val="700"/>
              <a:buChar char="■"/>
              <a:defRPr/>
            </a:lvl6pPr>
            <a:lvl7pPr marL="3200400" lvl="6" indent="-273050" algn="l">
              <a:lnSpc>
                <a:spcPct val="90000"/>
              </a:lnSpc>
              <a:spcBef>
                <a:spcPts val="800"/>
              </a:spcBef>
              <a:spcAft>
                <a:spcPts val="0"/>
              </a:spcAft>
              <a:buClr>
                <a:srgbClr val="000000"/>
              </a:buClr>
              <a:buSzPts val="700"/>
              <a:buChar char="●"/>
              <a:defRPr/>
            </a:lvl7pPr>
            <a:lvl8pPr marL="3657600" lvl="7" indent="-273050" algn="l">
              <a:lnSpc>
                <a:spcPct val="90000"/>
              </a:lnSpc>
              <a:spcBef>
                <a:spcPts val="800"/>
              </a:spcBef>
              <a:spcAft>
                <a:spcPts val="0"/>
              </a:spcAft>
              <a:buClr>
                <a:srgbClr val="000000"/>
              </a:buClr>
              <a:buSzPts val="700"/>
              <a:buChar char="○"/>
              <a:defRPr/>
            </a:lvl8pPr>
            <a:lvl9pPr marL="4114800" lvl="8" indent="-273050" algn="l">
              <a:lnSpc>
                <a:spcPct val="90000"/>
              </a:lnSpc>
              <a:spcBef>
                <a:spcPts val="800"/>
              </a:spcBef>
              <a:spcAft>
                <a:spcPts val="0"/>
              </a:spcAft>
              <a:buClr>
                <a:srgbClr val="000000"/>
              </a:buClr>
              <a:buSzPts val="700"/>
              <a:buChar char="■"/>
              <a:defRPr/>
            </a:lvl9pPr>
          </a:lstStyle>
          <a:p>
            <a:endParaRPr/>
          </a:p>
        </p:txBody>
      </p:sp>
      <p:sp>
        <p:nvSpPr>
          <p:cNvPr id="196" name="Google Shape;196;p36"/>
          <p:cNvSpPr txBox="1">
            <a:spLocks noGrp="1"/>
          </p:cNvSpPr>
          <p:nvPr>
            <p:ph type="sldNum" idx="12"/>
          </p:nvPr>
        </p:nvSpPr>
        <p:spPr>
          <a:xfrm>
            <a:off x="8322127" y="4803219"/>
            <a:ext cx="193200" cy="201900"/>
          </a:xfrm>
          <a:prstGeom prst="rect">
            <a:avLst/>
          </a:prstGeom>
          <a:noFill/>
          <a:ln>
            <a:noFill/>
          </a:ln>
        </p:spPr>
        <p:txBody>
          <a:bodyPr spcFirstLastPara="1" wrap="square" lIns="34275" tIns="34275" rIns="34275" bIns="34275" anchor="ctr" anchorCtr="0">
            <a:normAutofit lnSpcReduction="10000"/>
          </a:bodyPr>
          <a:lstStyle>
            <a:lvl1pPr marL="0" lvl="0"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1pPr>
            <a:lvl2pPr marL="0" lvl="1"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2pPr>
            <a:lvl3pPr marL="0" lvl="2"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3pPr>
            <a:lvl4pPr marL="0" lvl="3"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4pPr>
            <a:lvl5pPr marL="0" lvl="4"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5pPr>
            <a:lvl6pPr marL="0" lvl="5"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6pPr>
            <a:lvl7pPr marL="0" lvl="6"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7pPr>
            <a:lvl8pPr marL="0" lvl="7"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8pPr>
            <a:lvl9pPr marL="0" lvl="8" indent="0" algn="r">
              <a:lnSpc>
                <a:spcPct val="100000"/>
              </a:lnSpc>
              <a:spcBef>
                <a:spcPts val="0"/>
              </a:spcBef>
              <a:spcAft>
                <a:spcPts val="0"/>
              </a:spcAft>
              <a:buClr>
                <a:srgbClr val="888888"/>
              </a:buClr>
              <a:buSzPts val="900"/>
              <a:buFont typeface="Calibri"/>
              <a:buNone/>
              <a:defRPr sz="900" b="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sz="800">
              <a:solidFill>
                <a:schemeClr val="dk2"/>
              </a:solidFill>
              <a:latin typeface="Assistant"/>
              <a:ea typeface="Assistant"/>
              <a:cs typeface="Assistant"/>
              <a:sym typeface="Assistan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efault 1">
  <p:cSld name="TITLE_AND_BODY_9">
    <p:spTree>
      <p:nvGrpSpPr>
        <p:cNvPr id="1" name="Shape 197"/>
        <p:cNvGrpSpPr/>
        <p:nvPr/>
      </p:nvGrpSpPr>
      <p:grpSpPr>
        <a:xfrm>
          <a:off x="0" y="0"/>
          <a:ext cx="0" cy="0"/>
          <a:chOff x="0" y="0"/>
          <a:chExt cx="0" cy="0"/>
        </a:xfrm>
      </p:grpSpPr>
      <p:sp>
        <p:nvSpPr>
          <p:cNvPr id="198" name="Google Shape;198;p37"/>
          <p:cNvSpPr txBox="1">
            <a:spLocks noGrp="1"/>
          </p:cNvSpPr>
          <p:nvPr>
            <p:ph type="sldNum" idx="12"/>
          </p:nvPr>
        </p:nvSpPr>
        <p:spPr>
          <a:xfrm>
            <a:off x="8588391" y="4721996"/>
            <a:ext cx="180900" cy="174600"/>
          </a:xfrm>
          <a:prstGeom prst="rect">
            <a:avLst/>
          </a:prstGeom>
          <a:noFill/>
          <a:ln>
            <a:noFill/>
          </a:ln>
        </p:spPr>
        <p:txBody>
          <a:bodyPr spcFirstLastPara="1" wrap="square" lIns="45725" tIns="45725" rIns="45725" bIns="45725" anchor="ctr" anchorCtr="0">
            <a:normAutofit lnSpcReduction="10000"/>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378"/>
        <p:cNvGrpSpPr/>
        <p:nvPr/>
      </p:nvGrpSpPr>
      <p:grpSpPr>
        <a:xfrm>
          <a:off x="0" y="0"/>
          <a:ext cx="0" cy="0"/>
          <a:chOff x="0" y="0"/>
          <a:chExt cx="0" cy="0"/>
        </a:xfrm>
      </p:grpSpPr>
      <p:sp>
        <p:nvSpPr>
          <p:cNvPr id="379" name="Google Shape;379;p66"/>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0" name="Google Shape;380;p66"/>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381" name="Google Shape;381;p6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398"/>
        <p:cNvGrpSpPr/>
        <p:nvPr/>
      </p:nvGrpSpPr>
      <p:grpSpPr>
        <a:xfrm>
          <a:off x="0" y="0"/>
          <a:ext cx="0" cy="0"/>
          <a:chOff x="0" y="0"/>
          <a:chExt cx="0" cy="0"/>
        </a:xfrm>
      </p:grpSpPr>
      <p:sp>
        <p:nvSpPr>
          <p:cNvPr id="399" name="Google Shape;399;p69"/>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69"/>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69"/>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69"/>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6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404" name="Google Shape;404;p6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405"/>
        <p:cNvGrpSpPr/>
        <p:nvPr/>
      </p:nvGrpSpPr>
      <p:grpSpPr>
        <a:xfrm>
          <a:off x="0" y="0"/>
          <a:ext cx="0" cy="0"/>
          <a:chOff x="0" y="0"/>
          <a:chExt cx="0" cy="0"/>
        </a:xfrm>
      </p:grpSpPr>
      <p:sp>
        <p:nvSpPr>
          <p:cNvPr id="406" name="Google Shape;406;p70"/>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70"/>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70"/>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70"/>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70"/>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1" name="Google Shape;411;p70"/>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412" name="Google Shape;412;p7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413"/>
        <p:cNvGrpSpPr/>
        <p:nvPr/>
      </p:nvGrpSpPr>
      <p:grpSpPr>
        <a:xfrm>
          <a:off x="0" y="0"/>
          <a:ext cx="0" cy="0"/>
          <a:chOff x="0" y="0"/>
          <a:chExt cx="0" cy="0"/>
        </a:xfrm>
      </p:grpSpPr>
      <p:sp>
        <p:nvSpPr>
          <p:cNvPr id="414" name="Google Shape;414;p71"/>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71"/>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71"/>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71"/>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7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9" name="Google Shape;419;p7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420" name="Google Shape;420;p7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21"/>
        <p:cNvGrpSpPr/>
        <p:nvPr/>
      </p:nvGrpSpPr>
      <p:grpSpPr>
        <a:xfrm>
          <a:off x="0" y="0"/>
          <a:ext cx="0" cy="0"/>
          <a:chOff x="0" y="0"/>
          <a:chExt cx="0" cy="0"/>
        </a:xfrm>
      </p:grpSpPr>
      <p:sp>
        <p:nvSpPr>
          <p:cNvPr id="422" name="Google Shape;422;p72"/>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3" name="Google Shape;423;p72"/>
          <p:cNvSpPr txBox="1">
            <a:spLocks noGrp="1"/>
          </p:cNvSpPr>
          <p:nvPr>
            <p:ph type="body" idx="1"/>
          </p:nvPr>
        </p:nvSpPr>
        <p:spPr>
          <a:xfrm>
            <a:off x="3117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424" name="Google Shape;424;p72"/>
          <p:cNvSpPr txBox="1">
            <a:spLocks noGrp="1"/>
          </p:cNvSpPr>
          <p:nvPr>
            <p:ph type="body" idx="2"/>
          </p:nvPr>
        </p:nvSpPr>
        <p:spPr>
          <a:xfrm>
            <a:off x="48324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425" name="Google Shape;425;p7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426"/>
        <p:cNvGrpSpPr/>
        <p:nvPr/>
      </p:nvGrpSpPr>
      <p:grpSpPr>
        <a:xfrm>
          <a:off x="0" y="0"/>
          <a:ext cx="0" cy="0"/>
          <a:chOff x="0" y="0"/>
          <a:chExt cx="0" cy="0"/>
        </a:xfrm>
      </p:grpSpPr>
      <p:sp>
        <p:nvSpPr>
          <p:cNvPr id="427" name="Google Shape;427;p73"/>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8" name="Google Shape;428;p73"/>
          <p:cNvSpPr txBox="1">
            <a:spLocks noGrp="1"/>
          </p:cNvSpPr>
          <p:nvPr>
            <p:ph type="body" idx="1"/>
          </p:nvPr>
        </p:nvSpPr>
        <p:spPr>
          <a:xfrm>
            <a:off x="311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429" name="Google Shape;429;p7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430" name="Google Shape;430;p73"/>
          <p:cNvSpPr txBox="1">
            <a:spLocks noGrp="1"/>
          </p:cNvSpPr>
          <p:nvPr>
            <p:ph type="body" idx="2"/>
          </p:nvPr>
        </p:nvSpPr>
        <p:spPr>
          <a:xfrm>
            <a:off x="6152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431" name="Google Shape;431;p73"/>
          <p:cNvSpPr txBox="1">
            <a:spLocks noGrp="1"/>
          </p:cNvSpPr>
          <p:nvPr>
            <p:ph type="body" idx="3"/>
          </p:nvPr>
        </p:nvSpPr>
        <p:spPr>
          <a:xfrm>
            <a:off x="32322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2"/>
        <p:cNvGrpSpPr/>
        <p:nvPr/>
      </p:nvGrpSpPr>
      <p:grpSpPr>
        <a:xfrm>
          <a:off x="0" y="0"/>
          <a:ext cx="0" cy="0"/>
          <a:chOff x="0" y="0"/>
          <a:chExt cx="0" cy="0"/>
        </a:xfrm>
      </p:grpSpPr>
      <p:sp>
        <p:nvSpPr>
          <p:cNvPr id="433" name="Google Shape;433;p74"/>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4" name="Google Shape;434;p74"/>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5"/>
        <p:cNvGrpSpPr/>
        <p:nvPr/>
      </p:nvGrpSpPr>
      <p:grpSpPr>
        <a:xfrm>
          <a:off x="0" y="0"/>
          <a:ext cx="0" cy="0"/>
          <a:chOff x="0" y="0"/>
          <a:chExt cx="0" cy="0"/>
        </a:xfrm>
      </p:grpSpPr>
      <p:sp>
        <p:nvSpPr>
          <p:cNvPr id="436" name="Google Shape;436;p75"/>
          <p:cNvSpPr txBox="1">
            <a:spLocks noGrp="1"/>
          </p:cNvSpPr>
          <p:nvPr>
            <p:ph type="title"/>
          </p:nvPr>
        </p:nvSpPr>
        <p:spPr>
          <a:xfrm>
            <a:off x="311700" y="342900"/>
            <a:ext cx="2808000" cy="866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37" name="Google Shape;437;p75"/>
          <p:cNvSpPr txBox="1">
            <a:spLocks noGrp="1"/>
          </p:cNvSpPr>
          <p:nvPr>
            <p:ph type="body" idx="1"/>
          </p:nvPr>
        </p:nvSpPr>
        <p:spPr>
          <a:xfrm>
            <a:off x="311700" y="1209300"/>
            <a:ext cx="2808000" cy="34539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438" name="Google Shape;438;p75"/>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39"/>
        <p:cNvGrpSpPr/>
        <p:nvPr/>
      </p:nvGrpSpPr>
      <p:grpSpPr>
        <a:xfrm>
          <a:off x="0" y="0"/>
          <a:ext cx="0" cy="0"/>
          <a:chOff x="0" y="0"/>
          <a:chExt cx="0" cy="0"/>
        </a:xfrm>
      </p:grpSpPr>
      <p:sp>
        <p:nvSpPr>
          <p:cNvPr id="440" name="Google Shape;440;p76"/>
          <p:cNvSpPr txBox="1">
            <a:spLocks noGrp="1"/>
          </p:cNvSpPr>
          <p:nvPr>
            <p:ph type="title"/>
          </p:nvPr>
        </p:nvSpPr>
        <p:spPr>
          <a:xfrm>
            <a:off x="311700" y="342900"/>
            <a:ext cx="6541800" cy="43206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41" name="Google Shape;441;p7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442"/>
        <p:cNvGrpSpPr/>
        <p:nvPr/>
      </p:nvGrpSpPr>
      <p:grpSpPr>
        <a:xfrm>
          <a:off x="0" y="0"/>
          <a:ext cx="0" cy="0"/>
          <a:chOff x="0" y="0"/>
          <a:chExt cx="0" cy="0"/>
        </a:xfrm>
      </p:grpSpPr>
      <p:sp>
        <p:nvSpPr>
          <p:cNvPr id="443" name="Google Shape;443;p7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444" name="Google Shape;444;p77"/>
          <p:cNvGrpSpPr/>
          <p:nvPr/>
        </p:nvGrpSpPr>
        <p:grpSpPr>
          <a:xfrm rot="2700000">
            <a:off x="585684" y="481416"/>
            <a:ext cx="694882" cy="564848"/>
            <a:chOff x="919500" y="1916075"/>
            <a:chExt cx="1067700" cy="867900"/>
          </a:xfrm>
        </p:grpSpPr>
        <p:sp>
          <p:nvSpPr>
            <p:cNvPr id="445" name="Google Shape;445;p77"/>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77"/>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47" name="Google Shape;447;p77"/>
          <p:cNvGrpSpPr/>
          <p:nvPr/>
        </p:nvGrpSpPr>
        <p:grpSpPr>
          <a:xfrm rot="8100000">
            <a:off x="7746889" y="3437647"/>
            <a:ext cx="912919" cy="742084"/>
            <a:chOff x="521400" y="3135325"/>
            <a:chExt cx="1067700" cy="867900"/>
          </a:xfrm>
        </p:grpSpPr>
        <p:sp>
          <p:nvSpPr>
            <p:cNvPr id="448" name="Google Shape;448;p77"/>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77"/>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50" name="Google Shape;450;p77"/>
          <p:cNvSpPr txBox="1">
            <a:spLocks noGrp="1"/>
          </p:cNvSpPr>
          <p:nvPr>
            <p:ph type="title"/>
          </p:nvPr>
        </p:nvSpPr>
        <p:spPr>
          <a:xfrm>
            <a:off x="311700" y="342900"/>
            <a:ext cx="8100000" cy="20940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4800"/>
              <a:buNone/>
              <a:defRPr sz="4800">
                <a:solidFill>
                  <a:schemeClr val="accent1"/>
                </a:solidFill>
              </a:defRPr>
            </a:lvl1pPr>
            <a:lvl2pPr lvl="1"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1"/>
        <p:cNvGrpSpPr/>
        <p:nvPr/>
      </p:nvGrpSpPr>
      <p:grpSpPr>
        <a:xfrm>
          <a:off x="0" y="0"/>
          <a:ext cx="0" cy="0"/>
          <a:chOff x="0" y="0"/>
          <a:chExt cx="0" cy="0"/>
        </a:xfrm>
      </p:grpSpPr>
      <p:sp>
        <p:nvSpPr>
          <p:cNvPr id="452" name="Google Shape;452;p78"/>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78"/>
          <p:cNvSpPr txBox="1">
            <a:spLocks noGrp="1"/>
          </p:cNvSpPr>
          <p:nvPr>
            <p:ph type="title"/>
          </p:nvPr>
        </p:nvSpPr>
        <p:spPr>
          <a:xfrm>
            <a:off x="311700" y="679950"/>
            <a:ext cx="3999000" cy="22704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Font typeface="Assistant"/>
              <a:buNone/>
              <a:defRPr sz="4200" b="1">
                <a:latin typeface="Assistant"/>
                <a:ea typeface="Assistant"/>
                <a:cs typeface="Assistant"/>
                <a:sym typeface="Assistant"/>
              </a:defRPr>
            </a:lvl2pPr>
            <a:lvl3pPr lvl="2" algn="ctr">
              <a:lnSpc>
                <a:spcPct val="100000"/>
              </a:lnSpc>
              <a:spcBef>
                <a:spcPts val="0"/>
              </a:spcBef>
              <a:spcAft>
                <a:spcPts val="0"/>
              </a:spcAft>
              <a:buSzPts val="4200"/>
              <a:buFont typeface="Assistant"/>
              <a:buNone/>
              <a:defRPr sz="4200" b="1">
                <a:latin typeface="Assistant"/>
                <a:ea typeface="Assistant"/>
                <a:cs typeface="Assistant"/>
                <a:sym typeface="Assistant"/>
              </a:defRPr>
            </a:lvl3pPr>
            <a:lvl4pPr lvl="3" algn="ctr">
              <a:lnSpc>
                <a:spcPct val="100000"/>
              </a:lnSpc>
              <a:spcBef>
                <a:spcPts val="0"/>
              </a:spcBef>
              <a:spcAft>
                <a:spcPts val="0"/>
              </a:spcAft>
              <a:buSzPts val="4200"/>
              <a:buFont typeface="Assistant"/>
              <a:buNone/>
              <a:defRPr sz="4200" b="1">
                <a:latin typeface="Assistant"/>
                <a:ea typeface="Assistant"/>
                <a:cs typeface="Assistant"/>
                <a:sym typeface="Assistant"/>
              </a:defRPr>
            </a:lvl4pPr>
            <a:lvl5pPr lvl="4" algn="ctr">
              <a:lnSpc>
                <a:spcPct val="100000"/>
              </a:lnSpc>
              <a:spcBef>
                <a:spcPts val="0"/>
              </a:spcBef>
              <a:spcAft>
                <a:spcPts val="0"/>
              </a:spcAft>
              <a:buSzPts val="4200"/>
              <a:buFont typeface="Assistant"/>
              <a:buNone/>
              <a:defRPr sz="4200" b="1">
                <a:latin typeface="Assistant"/>
                <a:ea typeface="Assistant"/>
                <a:cs typeface="Assistant"/>
                <a:sym typeface="Assistant"/>
              </a:defRPr>
            </a:lvl5pPr>
            <a:lvl6pPr lvl="5" algn="ctr">
              <a:lnSpc>
                <a:spcPct val="100000"/>
              </a:lnSpc>
              <a:spcBef>
                <a:spcPts val="0"/>
              </a:spcBef>
              <a:spcAft>
                <a:spcPts val="0"/>
              </a:spcAft>
              <a:buSzPts val="4200"/>
              <a:buFont typeface="Assistant"/>
              <a:buNone/>
              <a:defRPr sz="4200" b="1">
                <a:latin typeface="Assistant"/>
                <a:ea typeface="Assistant"/>
                <a:cs typeface="Assistant"/>
                <a:sym typeface="Assistant"/>
              </a:defRPr>
            </a:lvl6pPr>
            <a:lvl7pPr lvl="6" algn="ctr">
              <a:lnSpc>
                <a:spcPct val="100000"/>
              </a:lnSpc>
              <a:spcBef>
                <a:spcPts val="0"/>
              </a:spcBef>
              <a:spcAft>
                <a:spcPts val="0"/>
              </a:spcAft>
              <a:buSzPts val="4200"/>
              <a:buFont typeface="Assistant"/>
              <a:buNone/>
              <a:defRPr sz="4200" b="1">
                <a:latin typeface="Assistant"/>
                <a:ea typeface="Assistant"/>
                <a:cs typeface="Assistant"/>
                <a:sym typeface="Assistant"/>
              </a:defRPr>
            </a:lvl7pPr>
            <a:lvl8pPr lvl="7" algn="ctr">
              <a:lnSpc>
                <a:spcPct val="100000"/>
              </a:lnSpc>
              <a:spcBef>
                <a:spcPts val="0"/>
              </a:spcBef>
              <a:spcAft>
                <a:spcPts val="0"/>
              </a:spcAft>
              <a:buSzPts val="4200"/>
              <a:buFont typeface="Assistant"/>
              <a:buNone/>
              <a:defRPr sz="4200" b="1">
                <a:latin typeface="Assistant"/>
                <a:ea typeface="Assistant"/>
                <a:cs typeface="Assistant"/>
                <a:sym typeface="Assistant"/>
              </a:defRPr>
            </a:lvl8pPr>
            <a:lvl9pPr lvl="8" algn="ctr">
              <a:lnSpc>
                <a:spcPct val="100000"/>
              </a:lnSpc>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454" name="Google Shape;454;p78"/>
          <p:cNvSpPr txBox="1">
            <a:spLocks noGrp="1"/>
          </p:cNvSpPr>
          <p:nvPr>
            <p:ph type="subTitle" idx="1"/>
          </p:nvPr>
        </p:nvSpPr>
        <p:spPr>
          <a:xfrm>
            <a:off x="311700" y="2950350"/>
            <a:ext cx="3999000" cy="1235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55" name="Google Shape;455;p78"/>
          <p:cNvSpPr txBox="1">
            <a:spLocks noGrp="1"/>
          </p:cNvSpPr>
          <p:nvPr>
            <p:ph type="body" idx="2"/>
          </p:nvPr>
        </p:nvSpPr>
        <p:spPr>
          <a:xfrm>
            <a:off x="4939500" y="342900"/>
            <a:ext cx="3419400" cy="41796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000"/>
              </a:spcBef>
              <a:spcAft>
                <a:spcPts val="0"/>
              </a:spcAft>
              <a:buClr>
                <a:schemeClr val="lt1"/>
              </a:buClr>
              <a:buSzPts val="1400"/>
              <a:buChar char="○"/>
              <a:defRPr>
                <a:solidFill>
                  <a:schemeClr val="lt1"/>
                </a:solidFill>
              </a:defRPr>
            </a:lvl2pPr>
            <a:lvl3pPr marL="1371600" lvl="2" indent="-317500" algn="l">
              <a:lnSpc>
                <a:spcPct val="115000"/>
              </a:lnSpc>
              <a:spcBef>
                <a:spcPts val="1000"/>
              </a:spcBef>
              <a:spcAft>
                <a:spcPts val="0"/>
              </a:spcAft>
              <a:buClr>
                <a:schemeClr val="lt1"/>
              </a:buClr>
              <a:buSzPts val="1400"/>
              <a:buChar char="■"/>
              <a:defRPr>
                <a:solidFill>
                  <a:schemeClr val="lt1"/>
                </a:solidFill>
              </a:defRPr>
            </a:lvl3pPr>
            <a:lvl4pPr marL="1828800" lvl="3" indent="-317500" algn="l">
              <a:lnSpc>
                <a:spcPct val="115000"/>
              </a:lnSpc>
              <a:spcBef>
                <a:spcPts val="1000"/>
              </a:spcBef>
              <a:spcAft>
                <a:spcPts val="0"/>
              </a:spcAft>
              <a:buClr>
                <a:schemeClr val="lt1"/>
              </a:buClr>
              <a:buSzPts val="1400"/>
              <a:buChar char="●"/>
              <a:defRPr>
                <a:solidFill>
                  <a:schemeClr val="lt1"/>
                </a:solidFill>
              </a:defRPr>
            </a:lvl4pPr>
            <a:lvl5pPr marL="2286000" lvl="4" indent="-317500" algn="l">
              <a:lnSpc>
                <a:spcPct val="115000"/>
              </a:lnSpc>
              <a:spcBef>
                <a:spcPts val="1000"/>
              </a:spcBef>
              <a:spcAft>
                <a:spcPts val="0"/>
              </a:spcAft>
              <a:buClr>
                <a:schemeClr val="lt1"/>
              </a:buClr>
              <a:buSzPts val="1400"/>
              <a:buChar char="○"/>
              <a:defRPr>
                <a:solidFill>
                  <a:schemeClr val="lt1"/>
                </a:solidFill>
              </a:defRPr>
            </a:lvl5pPr>
            <a:lvl6pPr marL="2743200" lvl="5" indent="-317500" algn="l">
              <a:lnSpc>
                <a:spcPct val="115000"/>
              </a:lnSpc>
              <a:spcBef>
                <a:spcPts val="1000"/>
              </a:spcBef>
              <a:spcAft>
                <a:spcPts val="0"/>
              </a:spcAft>
              <a:buClr>
                <a:schemeClr val="lt1"/>
              </a:buClr>
              <a:buSzPts val="1400"/>
              <a:buChar char="■"/>
              <a:defRPr>
                <a:solidFill>
                  <a:schemeClr val="lt1"/>
                </a:solidFill>
              </a:defRPr>
            </a:lvl6pPr>
            <a:lvl7pPr marL="3200400" lvl="6" indent="-317500" algn="l">
              <a:lnSpc>
                <a:spcPct val="115000"/>
              </a:lnSpc>
              <a:spcBef>
                <a:spcPts val="1000"/>
              </a:spcBef>
              <a:spcAft>
                <a:spcPts val="0"/>
              </a:spcAft>
              <a:buClr>
                <a:schemeClr val="lt1"/>
              </a:buClr>
              <a:buSzPts val="1400"/>
              <a:buChar char="●"/>
              <a:defRPr>
                <a:solidFill>
                  <a:schemeClr val="lt1"/>
                </a:solidFill>
              </a:defRPr>
            </a:lvl7pPr>
            <a:lvl8pPr marL="3657600" lvl="7" indent="-317500" algn="l">
              <a:lnSpc>
                <a:spcPct val="115000"/>
              </a:lnSpc>
              <a:spcBef>
                <a:spcPts val="1000"/>
              </a:spcBef>
              <a:spcAft>
                <a:spcPts val="0"/>
              </a:spcAft>
              <a:buClr>
                <a:schemeClr val="lt1"/>
              </a:buClr>
              <a:buSzPts val="1400"/>
              <a:buChar char="○"/>
              <a:defRPr>
                <a:solidFill>
                  <a:schemeClr val="lt1"/>
                </a:solidFill>
              </a:defRPr>
            </a:lvl8pPr>
            <a:lvl9pPr marL="4114800" lvl="8" indent="-317500" algn="l">
              <a:lnSpc>
                <a:spcPct val="115000"/>
              </a:lnSpc>
              <a:spcBef>
                <a:spcPts val="1000"/>
              </a:spcBef>
              <a:spcAft>
                <a:spcPts val="1000"/>
              </a:spcAft>
              <a:buClr>
                <a:schemeClr val="lt1"/>
              </a:buClr>
              <a:buSzPts val="1400"/>
              <a:buChar char="■"/>
              <a:defRPr>
                <a:solidFill>
                  <a:schemeClr val="lt1"/>
                </a:solidFill>
              </a:defRPr>
            </a:lvl9pPr>
          </a:lstStyle>
          <a:p>
            <a:endParaRPr/>
          </a:p>
        </p:txBody>
      </p:sp>
      <p:sp>
        <p:nvSpPr>
          <p:cNvPr id="456" name="Google Shape;456;p78"/>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7"/>
        <p:cNvGrpSpPr/>
        <p:nvPr/>
      </p:nvGrpSpPr>
      <p:grpSpPr>
        <a:xfrm>
          <a:off x="0" y="0"/>
          <a:ext cx="0" cy="0"/>
          <a:chOff x="0" y="0"/>
          <a:chExt cx="0" cy="0"/>
        </a:xfrm>
      </p:grpSpPr>
      <p:sp>
        <p:nvSpPr>
          <p:cNvPr id="458" name="Google Shape;458;p79"/>
          <p:cNvSpPr txBox="1">
            <a:spLocks noGrp="1"/>
          </p:cNvSpPr>
          <p:nvPr>
            <p:ph type="body" idx="1"/>
          </p:nvPr>
        </p:nvSpPr>
        <p:spPr>
          <a:xfrm>
            <a:off x="311700" y="4663200"/>
            <a:ext cx="7082100" cy="4803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000"/>
              <a:buNone/>
              <a:defRPr sz="1000"/>
            </a:lvl1pPr>
          </a:lstStyle>
          <a:p>
            <a:endParaRPr/>
          </a:p>
        </p:txBody>
      </p:sp>
      <p:sp>
        <p:nvSpPr>
          <p:cNvPr id="459" name="Google Shape;459;p7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460"/>
        <p:cNvGrpSpPr/>
        <p:nvPr/>
      </p:nvGrpSpPr>
      <p:grpSpPr>
        <a:xfrm>
          <a:off x="0" y="0"/>
          <a:ext cx="0" cy="0"/>
          <a:chOff x="0" y="0"/>
          <a:chExt cx="0" cy="0"/>
        </a:xfrm>
      </p:grpSpPr>
      <p:sp>
        <p:nvSpPr>
          <p:cNvPr id="461" name="Google Shape;461;p80"/>
          <p:cNvSpPr txBox="1">
            <a:spLocks noGrp="1"/>
          </p:cNvSpPr>
          <p:nvPr>
            <p:ph type="title" hasCustomPrompt="1"/>
          </p:nvPr>
        </p:nvSpPr>
        <p:spPr>
          <a:xfrm>
            <a:off x="311700" y="898300"/>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12000"/>
              <a:buNone/>
              <a:defRPr sz="12000">
                <a:solidFill>
                  <a:schemeClr val="accent4"/>
                </a:solidFill>
              </a:defRPr>
            </a:lvl1pPr>
            <a:lvl2pPr lvl="1" algn="ctr">
              <a:lnSpc>
                <a:spcPct val="100000"/>
              </a:lnSpc>
              <a:spcBef>
                <a:spcPts val="0"/>
              </a:spcBef>
              <a:spcAft>
                <a:spcPts val="0"/>
              </a:spcAft>
              <a:buClr>
                <a:schemeClr val="accent4"/>
              </a:buClr>
              <a:buSzPts val="12000"/>
              <a:buNone/>
              <a:defRPr sz="12000">
                <a:solidFill>
                  <a:schemeClr val="accent4"/>
                </a:solidFill>
              </a:defRPr>
            </a:lvl2pPr>
            <a:lvl3pPr lvl="2" algn="ctr">
              <a:lnSpc>
                <a:spcPct val="100000"/>
              </a:lnSpc>
              <a:spcBef>
                <a:spcPts val="0"/>
              </a:spcBef>
              <a:spcAft>
                <a:spcPts val="0"/>
              </a:spcAft>
              <a:buClr>
                <a:schemeClr val="accent4"/>
              </a:buClr>
              <a:buSzPts val="12000"/>
              <a:buNone/>
              <a:defRPr sz="12000">
                <a:solidFill>
                  <a:schemeClr val="accent4"/>
                </a:solidFill>
              </a:defRPr>
            </a:lvl3pPr>
            <a:lvl4pPr lvl="3" algn="ctr">
              <a:lnSpc>
                <a:spcPct val="100000"/>
              </a:lnSpc>
              <a:spcBef>
                <a:spcPts val="0"/>
              </a:spcBef>
              <a:spcAft>
                <a:spcPts val="0"/>
              </a:spcAft>
              <a:buClr>
                <a:schemeClr val="accent4"/>
              </a:buClr>
              <a:buSzPts val="12000"/>
              <a:buNone/>
              <a:defRPr sz="12000">
                <a:solidFill>
                  <a:schemeClr val="accent4"/>
                </a:solidFill>
              </a:defRPr>
            </a:lvl4pPr>
            <a:lvl5pPr lvl="4" algn="ctr">
              <a:lnSpc>
                <a:spcPct val="100000"/>
              </a:lnSpc>
              <a:spcBef>
                <a:spcPts val="0"/>
              </a:spcBef>
              <a:spcAft>
                <a:spcPts val="0"/>
              </a:spcAft>
              <a:buClr>
                <a:schemeClr val="accent4"/>
              </a:buClr>
              <a:buSzPts val="12000"/>
              <a:buNone/>
              <a:defRPr sz="12000">
                <a:solidFill>
                  <a:schemeClr val="accent4"/>
                </a:solidFill>
              </a:defRPr>
            </a:lvl5pPr>
            <a:lvl6pPr lvl="5" algn="ctr">
              <a:lnSpc>
                <a:spcPct val="100000"/>
              </a:lnSpc>
              <a:spcBef>
                <a:spcPts val="0"/>
              </a:spcBef>
              <a:spcAft>
                <a:spcPts val="0"/>
              </a:spcAft>
              <a:buClr>
                <a:schemeClr val="accent4"/>
              </a:buClr>
              <a:buSzPts val="12000"/>
              <a:buNone/>
              <a:defRPr sz="12000">
                <a:solidFill>
                  <a:schemeClr val="accent4"/>
                </a:solidFill>
              </a:defRPr>
            </a:lvl6pPr>
            <a:lvl7pPr lvl="6" algn="ctr">
              <a:lnSpc>
                <a:spcPct val="100000"/>
              </a:lnSpc>
              <a:spcBef>
                <a:spcPts val="0"/>
              </a:spcBef>
              <a:spcAft>
                <a:spcPts val="0"/>
              </a:spcAft>
              <a:buClr>
                <a:schemeClr val="accent4"/>
              </a:buClr>
              <a:buSzPts val="12000"/>
              <a:buNone/>
              <a:defRPr sz="12000">
                <a:solidFill>
                  <a:schemeClr val="accent4"/>
                </a:solidFill>
              </a:defRPr>
            </a:lvl7pPr>
            <a:lvl8pPr lvl="7" algn="ctr">
              <a:lnSpc>
                <a:spcPct val="100000"/>
              </a:lnSpc>
              <a:spcBef>
                <a:spcPts val="0"/>
              </a:spcBef>
              <a:spcAft>
                <a:spcPts val="0"/>
              </a:spcAft>
              <a:buClr>
                <a:schemeClr val="accent4"/>
              </a:buClr>
              <a:buSzPts val="12000"/>
              <a:buNone/>
              <a:defRPr sz="12000">
                <a:solidFill>
                  <a:schemeClr val="accent4"/>
                </a:solidFill>
              </a:defRPr>
            </a:lvl8pPr>
            <a:lvl9pPr lvl="8" algn="ctr">
              <a:lnSpc>
                <a:spcPct val="100000"/>
              </a:lnSpc>
              <a:spcBef>
                <a:spcPts val="0"/>
              </a:spcBef>
              <a:spcAft>
                <a:spcPts val="0"/>
              </a:spcAft>
              <a:buClr>
                <a:schemeClr val="accent4"/>
              </a:buClr>
              <a:buSzPts val="12000"/>
              <a:buNone/>
              <a:defRPr sz="12000">
                <a:solidFill>
                  <a:schemeClr val="accent4"/>
                </a:solidFill>
              </a:defRPr>
            </a:lvl9pPr>
          </a:lstStyle>
          <a:p>
            <a:r>
              <a:t>xx%</a:t>
            </a:r>
          </a:p>
        </p:txBody>
      </p:sp>
      <p:sp>
        <p:nvSpPr>
          <p:cNvPr id="462" name="Google Shape;462;p80"/>
          <p:cNvSpPr txBox="1">
            <a:spLocks noGrp="1"/>
          </p:cNvSpPr>
          <p:nvPr>
            <p:ph type="body" idx="1"/>
          </p:nvPr>
        </p:nvSpPr>
        <p:spPr>
          <a:xfrm>
            <a:off x="311700" y="2944400"/>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463" name="Google Shape;463;p8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464"/>
        <p:cNvGrpSpPr/>
        <p:nvPr/>
      </p:nvGrpSpPr>
      <p:grpSpPr>
        <a:xfrm>
          <a:off x="0" y="0"/>
          <a:ext cx="0" cy="0"/>
          <a:chOff x="0" y="0"/>
          <a:chExt cx="0" cy="0"/>
        </a:xfrm>
      </p:grpSpPr>
      <p:sp>
        <p:nvSpPr>
          <p:cNvPr id="465" name="Google Shape;465;p81"/>
          <p:cNvSpPr txBox="1">
            <a:spLocks noGrp="1"/>
          </p:cNvSpPr>
          <p:nvPr>
            <p:ph type="title"/>
          </p:nvPr>
        </p:nvSpPr>
        <p:spPr>
          <a:xfrm>
            <a:off x="3117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466" name="Google Shape;466;p81"/>
          <p:cNvSpPr txBox="1">
            <a:spLocks noGrp="1"/>
          </p:cNvSpPr>
          <p:nvPr>
            <p:ph type="body" idx="1"/>
          </p:nvPr>
        </p:nvSpPr>
        <p:spPr>
          <a:xfrm>
            <a:off x="3117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467" name="Google Shape;467;p8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468" name="Google Shape;468;p81"/>
          <p:cNvSpPr txBox="1">
            <a:spLocks noGrp="1"/>
          </p:cNvSpPr>
          <p:nvPr>
            <p:ph type="title" idx="2"/>
          </p:nvPr>
        </p:nvSpPr>
        <p:spPr>
          <a:xfrm>
            <a:off x="64158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469" name="Google Shape;469;p81"/>
          <p:cNvSpPr txBox="1">
            <a:spLocks noGrp="1"/>
          </p:cNvSpPr>
          <p:nvPr>
            <p:ph type="body" idx="3"/>
          </p:nvPr>
        </p:nvSpPr>
        <p:spPr>
          <a:xfrm>
            <a:off x="64158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470" name="Google Shape;470;p81"/>
          <p:cNvSpPr txBox="1">
            <a:spLocks noGrp="1"/>
          </p:cNvSpPr>
          <p:nvPr>
            <p:ph type="title" idx="4"/>
          </p:nvPr>
        </p:nvSpPr>
        <p:spPr>
          <a:xfrm>
            <a:off x="336375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471" name="Google Shape;471;p81"/>
          <p:cNvSpPr txBox="1">
            <a:spLocks noGrp="1"/>
          </p:cNvSpPr>
          <p:nvPr>
            <p:ph type="body" idx="5"/>
          </p:nvPr>
        </p:nvSpPr>
        <p:spPr>
          <a:xfrm>
            <a:off x="336375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2"/>
        <p:cNvGrpSpPr/>
        <p:nvPr/>
      </p:nvGrpSpPr>
      <p:grpSpPr>
        <a:xfrm>
          <a:off x="0" y="0"/>
          <a:ext cx="0" cy="0"/>
          <a:chOff x="0" y="0"/>
          <a:chExt cx="0" cy="0"/>
        </a:xfrm>
      </p:grpSpPr>
      <p:sp>
        <p:nvSpPr>
          <p:cNvPr id="473" name="Google Shape;473;p8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501"/>
        <p:cNvGrpSpPr/>
        <p:nvPr/>
      </p:nvGrpSpPr>
      <p:grpSpPr>
        <a:xfrm>
          <a:off x="0" y="0"/>
          <a:ext cx="0" cy="0"/>
          <a:chOff x="0" y="0"/>
          <a:chExt cx="0" cy="0"/>
        </a:xfrm>
      </p:grpSpPr>
      <p:sp>
        <p:nvSpPr>
          <p:cNvPr id="502" name="Google Shape;502;p86"/>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3" name="Google Shape;503;p8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504" name="Google Shape;504;p8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505"/>
        <p:cNvGrpSpPr/>
        <p:nvPr/>
      </p:nvGrpSpPr>
      <p:grpSpPr>
        <a:xfrm>
          <a:off x="0" y="0"/>
          <a:ext cx="0" cy="0"/>
          <a:chOff x="0" y="0"/>
          <a:chExt cx="0" cy="0"/>
        </a:xfrm>
      </p:grpSpPr>
      <p:sp>
        <p:nvSpPr>
          <p:cNvPr id="506" name="Google Shape;506;p87"/>
          <p:cNvSpPr txBox="1">
            <a:spLocks noGrp="1"/>
          </p:cNvSpPr>
          <p:nvPr>
            <p:ph type="ctrTitle"/>
          </p:nvPr>
        </p:nvSpPr>
        <p:spPr>
          <a:xfrm>
            <a:off x="311725" y="1243584"/>
            <a:ext cx="6089100" cy="17763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5200"/>
              <a:buNone/>
              <a:defRPr sz="5200">
                <a:solidFill>
                  <a:schemeClr val="accent1"/>
                </a:solidFill>
              </a:defRPr>
            </a:lvl1pPr>
            <a:lvl2pPr lvl="1" algn="l">
              <a:lnSpc>
                <a:spcPct val="100000"/>
              </a:lnSpc>
              <a:spcBef>
                <a:spcPts val="0"/>
              </a:spcBef>
              <a:spcAft>
                <a:spcPts val="0"/>
              </a:spcAft>
              <a:buClr>
                <a:schemeClr val="accent1"/>
              </a:buClr>
              <a:buSzPts val="5200"/>
              <a:buNone/>
              <a:defRPr sz="5200">
                <a:solidFill>
                  <a:schemeClr val="accent1"/>
                </a:solidFill>
              </a:defRPr>
            </a:lvl2pPr>
            <a:lvl3pPr lvl="2" algn="l">
              <a:lnSpc>
                <a:spcPct val="100000"/>
              </a:lnSpc>
              <a:spcBef>
                <a:spcPts val="0"/>
              </a:spcBef>
              <a:spcAft>
                <a:spcPts val="0"/>
              </a:spcAft>
              <a:buClr>
                <a:schemeClr val="accent1"/>
              </a:buClr>
              <a:buSzPts val="5200"/>
              <a:buNone/>
              <a:defRPr sz="5200">
                <a:solidFill>
                  <a:schemeClr val="accent1"/>
                </a:solidFill>
              </a:defRPr>
            </a:lvl3pPr>
            <a:lvl4pPr lvl="3" algn="l">
              <a:lnSpc>
                <a:spcPct val="100000"/>
              </a:lnSpc>
              <a:spcBef>
                <a:spcPts val="0"/>
              </a:spcBef>
              <a:spcAft>
                <a:spcPts val="0"/>
              </a:spcAft>
              <a:buClr>
                <a:schemeClr val="accent1"/>
              </a:buClr>
              <a:buSzPts val="5200"/>
              <a:buNone/>
              <a:defRPr sz="5200">
                <a:solidFill>
                  <a:schemeClr val="accent1"/>
                </a:solidFill>
              </a:defRPr>
            </a:lvl4pPr>
            <a:lvl5pPr lvl="4" algn="l">
              <a:lnSpc>
                <a:spcPct val="100000"/>
              </a:lnSpc>
              <a:spcBef>
                <a:spcPts val="0"/>
              </a:spcBef>
              <a:spcAft>
                <a:spcPts val="0"/>
              </a:spcAft>
              <a:buClr>
                <a:schemeClr val="accent1"/>
              </a:buClr>
              <a:buSzPts val="5200"/>
              <a:buNone/>
              <a:defRPr sz="5200">
                <a:solidFill>
                  <a:schemeClr val="accent1"/>
                </a:solidFill>
              </a:defRPr>
            </a:lvl5pPr>
            <a:lvl6pPr lvl="5" algn="l">
              <a:lnSpc>
                <a:spcPct val="100000"/>
              </a:lnSpc>
              <a:spcBef>
                <a:spcPts val="0"/>
              </a:spcBef>
              <a:spcAft>
                <a:spcPts val="0"/>
              </a:spcAft>
              <a:buClr>
                <a:schemeClr val="accent1"/>
              </a:buClr>
              <a:buSzPts val="5200"/>
              <a:buNone/>
              <a:defRPr sz="5200">
                <a:solidFill>
                  <a:schemeClr val="accent1"/>
                </a:solidFill>
              </a:defRPr>
            </a:lvl6pPr>
            <a:lvl7pPr lvl="6" algn="l">
              <a:lnSpc>
                <a:spcPct val="100000"/>
              </a:lnSpc>
              <a:spcBef>
                <a:spcPts val="0"/>
              </a:spcBef>
              <a:spcAft>
                <a:spcPts val="0"/>
              </a:spcAft>
              <a:buClr>
                <a:schemeClr val="accent1"/>
              </a:buClr>
              <a:buSzPts val="5200"/>
              <a:buNone/>
              <a:defRPr sz="5200">
                <a:solidFill>
                  <a:schemeClr val="accent1"/>
                </a:solidFill>
              </a:defRPr>
            </a:lvl7pPr>
            <a:lvl8pPr lvl="7" algn="l">
              <a:lnSpc>
                <a:spcPct val="100000"/>
              </a:lnSpc>
              <a:spcBef>
                <a:spcPts val="0"/>
              </a:spcBef>
              <a:spcAft>
                <a:spcPts val="0"/>
              </a:spcAft>
              <a:buClr>
                <a:schemeClr val="accent1"/>
              </a:buClr>
              <a:buSzPts val="5200"/>
              <a:buNone/>
              <a:defRPr sz="5200">
                <a:solidFill>
                  <a:schemeClr val="accent1"/>
                </a:solidFill>
              </a:defRPr>
            </a:lvl8pPr>
            <a:lvl9pPr lvl="8" algn="l">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507" name="Google Shape;507;p87"/>
          <p:cNvSpPr txBox="1">
            <a:spLocks noGrp="1"/>
          </p:cNvSpPr>
          <p:nvPr>
            <p:ph type="subTitle" idx="1"/>
          </p:nvPr>
        </p:nvSpPr>
        <p:spPr>
          <a:xfrm>
            <a:off x="311725" y="3019874"/>
            <a:ext cx="6089100" cy="792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508" name="Google Shape;508;p8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509" name="Google Shape;509;p87"/>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87"/>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511" name="Google Shape;511;p87"/>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65"/>
              <a:buFont typeface="Arial"/>
              <a:buNone/>
            </a:pPr>
            <a:r>
              <a:rPr lang="en" sz="1000" b="1" i="0" u="none" strike="noStrike" cap="none">
                <a:solidFill>
                  <a:schemeClr val="lt1"/>
                </a:solidFill>
                <a:latin typeface="Assistant"/>
                <a:ea typeface="Assistant"/>
                <a:cs typeface="Assistant"/>
                <a:sym typeface="Assistant"/>
              </a:rPr>
              <a:t>We use tech to connect human potential and opportunity with dignity &amp; humility   </a:t>
            </a:r>
            <a:endParaRPr sz="1000" b="1" i="0" u="none" strike="noStrike" cap="none">
              <a:solidFill>
                <a:schemeClr val="lt1"/>
              </a:solidFill>
              <a:latin typeface="Assistant"/>
              <a:ea typeface="Assistant"/>
              <a:cs typeface="Assistant"/>
              <a:sym typeface="Assistant"/>
            </a:endParaRPr>
          </a:p>
        </p:txBody>
      </p:sp>
      <p:sp>
        <p:nvSpPr>
          <p:cNvPr id="512" name="Google Shape;512;p87"/>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513" name="Google Shape;513;p87"/>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14" name="Google Shape;514;p87"/>
          <p:cNvGrpSpPr/>
          <p:nvPr/>
        </p:nvGrpSpPr>
        <p:grpSpPr>
          <a:xfrm>
            <a:off x="311726" y="342910"/>
            <a:ext cx="2560500" cy="520800"/>
            <a:chOff x="311726" y="342910"/>
            <a:chExt cx="2560500" cy="520800"/>
          </a:xfrm>
        </p:grpSpPr>
        <p:sp>
          <p:nvSpPr>
            <p:cNvPr id="515" name="Google Shape;515;p87"/>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16" name="Google Shape;516;p87"/>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1" name="Shape 517"/>
        <p:cNvGrpSpPr/>
        <p:nvPr/>
      </p:nvGrpSpPr>
      <p:grpSpPr>
        <a:xfrm>
          <a:off x="0" y="0"/>
          <a:ext cx="0" cy="0"/>
          <a:chOff x="0" y="0"/>
          <a:chExt cx="0" cy="0"/>
        </a:xfrm>
      </p:grpSpPr>
      <p:sp>
        <p:nvSpPr>
          <p:cNvPr id="518" name="Google Shape;518;p88"/>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88"/>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88"/>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88"/>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88"/>
          <p:cNvSpPr txBox="1">
            <a:spLocks noGrp="1"/>
          </p:cNvSpPr>
          <p:nvPr>
            <p:ph type="title"/>
          </p:nvPr>
        </p:nvSpPr>
        <p:spPr>
          <a:xfrm>
            <a:off x="311700" y="214884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23" name="Google Shape;523;p88"/>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524"/>
        <p:cNvGrpSpPr/>
        <p:nvPr/>
      </p:nvGrpSpPr>
      <p:grpSpPr>
        <a:xfrm>
          <a:off x="0" y="0"/>
          <a:ext cx="0" cy="0"/>
          <a:chOff x="0" y="0"/>
          <a:chExt cx="0" cy="0"/>
        </a:xfrm>
      </p:grpSpPr>
      <p:sp>
        <p:nvSpPr>
          <p:cNvPr id="525" name="Google Shape;525;p89"/>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89"/>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89"/>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89"/>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8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30" name="Google Shape;530;p8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531"/>
        <p:cNvGrpSpPr/>
        <p:nvPr/>
      </p:nvGrpSpPr>
      <p:grpSpPr>
        <a:xfrm>
          <a:off x="0" y="0"/>
          <a:ext cx="0" cy="0"/>
          <a:chOff x="0" y="0"/>
          <a:chExt cx="0" cy="0"/>
        </a:xfrm>
      </p:grpSpPr>
      <p:sp>
        <p:nvSpPr>
          <p:cNvPr id="532" name="Google Shape;532;p90"/>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90"/>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90"/>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90"/>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90"/>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37" name="Google Shape;537;p90"/>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538" name="Google Shape;538;p9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539"/>
        <p:cNvGrpSpPr/>
        <p:nvPr/>
      </p:nvGrpSpPr>
      <p:grpSpPr>
        <a:xfrm>
          <a:off x="0" y="0"/>
          <a:ext cx="0" cy="0"/>
          <a:chOff x="0" y="0"/>
          <a:chExt cx="0" cy="0"/>
        </a:xfrm>
      </p:grpSpPr>
      <p:sp>
        <p:nvSpPr>
          <p:cNvPr id="540" name="Google Shape;540;p91"/>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91"/>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2" name="Google Shape;542;p91"/>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91"/>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4" name="Google Shape;544;p9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45" name="Google Shape;545;p9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000"/>
              </a:spcBef>
              <a:spcAft>
                <a:spcPts val="0"/>
              </a:spcAft>
              <a:buSzPts val="1400"/>
              <a:buChar char="○"/>
              <a:defRPr/>
            </a:lvl2pPr>
            <a:lvl3pPr marL="1371600" lvl="2" indent="-317500" algn="l">
              <a:lnSpc>
                <a:spcPct val="115000"/>
              </a:lnSpc>
              <a:spcBef>
                <a:spcPts val="1000"/>
              </a:spcBef>
              <a:spcAft>
                <a:spcPts val="0"/>
              </a:spcAft>
              <a:buSzPts val="1400"/>
              <a:buChar char="■"/>
              <a:defRPr/>
            </a:lvl3pPr>
            <a:lvl4pPr marL="1828800" lvl="3" indent="-317500" algn="l">
              <a:lnSpc>
                <a:spcPct val="115000"/>
              </a:lnSpc>
              <a:spcBef>
                <a:spcPts val="1000"/>
              </a:spcBef>
              <a:spcAft>
                <a:spcPts val="0"/>
              </a:spcAft>
              <a:buSzPts val="1400"/>
              <a:buChar char="●"/>
              <a:defRPr/>
            </a:lvl4pPr>
            <a:lvl5pPr marL="2286000" lvl="4" indent="-317500" algn="l">
              <a:lnSpc>
                <a:spcPct val="115000"/>
              </a:lnSpc>
              <a:spcBef>
                <a:spcPts val="1000"/>
              </a:spcBef>
              <a:spcAft>
                <a:spcPts val="0"/>
              </a:spcAft>
              <a:buSzPts val="1400"/>
              <a:buChar char="○"/>
              <a:defRPr/>
            </a:lvl5pPr>
            <a:lvl6pPr marL="2743200" lvl="5" indent="-317500" algn="l">
              <a:lnSpc>
                <a:spcPct val="115000"/>
              </a:lnSpc>
              <a:spcBef>
                <a:spcPts val="1000"/>
              </a:spcBef>
              <a:spcAft>
                <a:spcPts val="0"/>
              </a:spcAft>
              <a:buSzPts val="1400"/>
              <a:buChar char="■"/>
              <a:defRPr/>
            </a:lvl6pPr>
            <a:lvl7pPr marL="3200400" lvl="6" indent="-317500" algn="l">
              <a:lnSpc>
                <a:spcPct val="115000"/>
              </a:lnSpc>
              <a:spcBef>
                <a:spcPts val="1000"/>
              </a:spcBef>
              <a:spcAft>
                <a:spcPts val="0"/>
              </a:spcAft>
              <a:buSzPts val="1400"/>
              <a:buChar char="●"/>
              <a:defRPr/>
            </a:lvl7pPr>
            <a:lvl8pPr marL="3657600" lvl="7" indent="-317500" algn="l">
              <a:lnSpc>
                <a:spcPct val="115000"/>
              </a:lnSpc>
              <a:spcBef>
                <a:spcPts val="1000"/>
              </a:spcBef>
              <a:spcAft>
                <a:spcPts val="0"/>
              </a:spcAft>
              <a:buSzPts val="1400"/>
              <a:buChar char="○"/>
              <a:defRPr/>
            </a:lvl8pPr>
            <a:lvl9pPr marL="4114800" lvl="8" indent="-317500" algn="l">
              <a:lnSpc>
                <a:spcPct val="115000"/>
              </a:lnSpc>
              <a:spcBef>
                <a:spcPts val="1000"/>
              </a:spcBef>
              <a:spcAft>
                <a:spcPts val="1000"/>
              </a:spcAft>
              <a:buSzPts val="1400"/>
              <a:buChar char="■"/>
              <a:defRPr/>
            </a:lvl9pPr>
          </a:lstStyle>
          <a:p>
            <a:endParaRPr/>
          </a:p>
        </p:txBody>
      </p:sp>
      <p:sp>
        <p:nvSpPr>
          <p:cNvPr id="546" name="Google Shape;546;p9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47"/>
        <p:cNvGrpSpPr/>
        <p:nvPr/>
      </p:nvGrpSpPr>
      <p:grpSpPr>
        <a:xfrm>
          <a:off x="0" y="0"/>
          <a:ext cx="0" cy="0"/>
          <a:chOff x="0" y="0"/>
          <a:chExt cx="0" cy="0"/>
        </a:xfrm>
      </p:grpSpPr>
      <p:sp>
        <p:nvSpPr>
          <p:cNvPr id="548" name="Google Shape;548;p92"/>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49" name="Google Shape;549;p92"/>
          <p:cNvSpPr txBox="1">
            <a:spLocks noGrp="1"/>
          </p:cNvSpPr>
          <p:nvPr>
            <p:ph type="body" idx="1"/>
          </p:nvPr>
        </p:nvSpPr>
        <p:spPr>
          <a:xfrm>
            <a:off x="3117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550" name="Google Shape;550;p92"/>
          <p:cNvSpPr txBox="1">
            <a:spLocks noGrp="1"/>
          </p:cNvSpPr>
          <p:nvPr>
            <p:ph type="body" idx="2"/>
          </p:nvPr>
        </p:nvSpPr>
        <p:spPr>
          <a:xfrm>
            <a:off x="4832400" y="1005850"/>
            <a:ext cx="39999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551" name="Google Shape;551;p9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552"/>
        <p:cNvGrpSpPr/>
        <p:nvPr/>
      </p:nvGrpSpPr>
      <p:grpSpPr>
        <a:xfrm>
          <a:off x="0" y="0"/>
          <a:ext cx="0" cy="0"/>
          <a:chOff x="0" y="0"/>
          <a:chExt cx="0" cy="0"/>
        </a:xfrm>
      </p:grpSpPr>
      <p:sp>
        <p:nvSpPr>
          <p:cNvPr id="553" name="Google Shape;553;p93"/>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54" name="Google Shape;554;p93"/>
          <p:cNvSpPr txBox="1">
            <a:spLocks noGrp="1"/>
          </p:cNvSpPr>
          <p:nvPr>
            <p:ph type="body" idx="1"/>
          </p:nvPr>
        </p:nvSpPr>
        <p:spPr>
          <a:xfrm>
            <a:off x="311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555" name="Google Shape;555;p9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556" name="Google Shape;556;p93"/>
          <p:cNvSpPr txBox="1">
            <a:spLocks noGrp="1"/>
          </p:cNvSpPr>
          <p:nvPr>
            <p:ph type="body" idx="2"/>
          </p:nvPr>
        </p:nvSpPr>
        <p:spPr>
          <a:xfrm>
            <a:off x="61527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557" name="Google Shape;557;p93"/>
          <p:cNvSpPr txBox="1">
            <a:spLocks noGrp="1"/>
          </p:cNvSpPr>
          <p:nvPr>
            <p:ph type="body" idx="3"/>
          </p:nvPr>
        </p:nvSpPr>
        <p:spPr>
          <a:xfrm>
            <a:off x="3232200" y="1005850"/>
            <a:ext cx="2679600" cy="3657300"/>
          </a:xfrm>
          <a:prstGeom prst="rect">
            <a:avLst/>
          </a:prstGeom>
          <a:solidFill>
            <a:schemeClr val="accent3"/>
          </a:solid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8"/>
        <p:cNvGrpSpPr/>
        <p:nvPr/>
      </p:nvGrpSpPr>
      <p:grpSpPr>
        <a:xfrm>
          <a:off x="0" y="0"/>
          <a:ext cx="0" cy="0"/>
          <a:chOff x="0" y="0"/>
          <a:chExt cx="0" cy="0"/>
        </a:xfrm>
      </p:grpSpPr>
      <p:sp>
        <p:nvSpPr>
          <p:cNvPr id="559" name="Google Shape;559;p94"/>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60" name="Google Shape;560;p94"/>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61"/>
        <p:cNvGrpSpPr/>
        <p:nvPr/>
      </p:nvGrpSpPr>
      <p:grpSpPr>
        <a:xfrm>
          <a:off x="0" y="0"/>
          <a:ext cx="0" cy="0"/>
          <a:chOff x="0" y="0"/>
          <a:chExt cx="0" cy="0"/>
        </a:xfrm>
      </p:grpSpPr>
      <p:sp>
        <p:nvSpPr>
          <p:cNvPr id="562" name="Google Shape;562;p95"/>
          <p:cNvSpPr txBox="1">
            <a:spLocks noGrp="1"/>
          </p:cNvSpPr>
          <p:nvPr>
            <p:ph type="title"/>
          </p:nvPr>
        </p:nvSpPr>
        <p:spPr>
          <a:xfrm>
            <a:off x="311700" y="342900"/>
            <a:ext cx="2808000" cy="866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63" name="Google Shape;563;p95"/>
          <p:cNvSpPr txBox="1">
            <a:spLocks noGrp="1"/>
          </p:cNvSpPr>
          <p:nvPr>
            <p:ph type="body" idx="1"/>
          </p:nvPr>
        </p:nvSpPr>
        <p:spPr>
          <a:xfrm>
            <a:off x="311700" y="1209300"/>
            <a:ext cx="2808000" cy="34539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000"/>
              </a:spcBef>
              <a:spcAft>
                <a:spcPts val="0"/>
              </a:spcAft>
              <a:buSzPts val="1200"/>
              <a:buChar char="○"/>
              <a:defRPr sz="1200"/>
            </a:lvl2pPr>
            <a:lvl3pPr marL="1371600" lvl="2" indent="-304800" algn="l">
              <a:lnSpc>
                <a:spcPct val="115000"/>
              </a:lnSpc>
              <a:spcBef>
                <a:spcPts val="1000"/>
              </a:spcBef>
              <a:spcAft>
                <a:spcPts val="0"/>
              </a:spcAft>
              <a:buSzPts val="1200"/>
              <a:buChar char="■"/>
              <a:defRPr sz="1200"/>
            </a:lvl3pPr>
            <a:lvl4pPr marL="1828800" lvl="3" indent="-304800" algn="l">
              <a:lnSpc>
                <a:spcPct val="115000"/>
              </a:lnSpc>
              <a:spcBef>
                <a:spcPts val="1000"/>
              </a:spcBef>
              <a:spcAft>
                <a:spcPts val="0"/>
              </a:spcAft>
              <a:buSzPts val="1200"/>
              <a:buChar char="●"/>
              <a:defRPr sz="1200"/>
            </a:lvl4pPr>
            <a:lvl5pPr marL="2286000" lvl="4" indent="-304800" algn="l">
              <a:lnSpc>
                <a:spcPct val="115000"/>
              </a:lnSpc>
              <a:spcBef>
                <a:spcPts val="1000"/>
              </a:spcBef>
              <a:spcAft>
                <a:spcPts val="0"/>
              </a:spcAft>
              <a:buSzPts val="1200"/>
              <a:buChar char="○"/>
              <a:defRPr sz="1200"/>
            </a:lvl5pPr>
            <a:lvl6pPr marL="2743200" lvl="5" indent="-304800" algn="l">
              <a:lnSpc>
                <a:spcPct val="115000"/>
              </a:lnSpc>
              <a:spcBef>
                <a:spcPts val="1000"/>
              </a:spcBef>
              <a:spcAft>
                <a:spcPts val="0"/>
              </a:spcAft>
              <a:buSzPts val="1200"/>
              <a:buChar char="■"/>
              <a:defRPr sz="1200"/>
            </a:lvl6pPr>
            <a:lvl7pPr marL="3200400" lvl="6" indent="-304800" algn="l">
              <a:lnSpc>
                <a:spcPct val="115000"/>
              </a:lnSpc>
              <a:spcBef>
                <a:spcPts val="1000"/>
              </a:spcBef>
              <a:spcAft>
                <a:spcPts val="0"/>
              </a:spcAft>
              <a:buSzPts val="1200"/>
              <a:buChar char="●"/>
              <a:defRPr sz="1200"/>
            </a:lvl7pPr>
            <a:lvl8pPr marL="3657600" lvl="7" indent="-304800" algn="l">
              <a:lnSpc>
                <a:spcPct val="115000"/>
              </a:lnSpc>
              <a:spcBef>
                <a:spcPts val="1000"/>
              </a:spcBef>
              <a:spcAft>
                <a:spcPts val="0"/>
              </a:spcAft>
              <a:buSzPts val="1200"/>
              <a:buChar char="○"/>
              <a:defRPr sz="1200"/>
            </a:lvl8pPr>
            <a:lvl9pPr marL="4114800" lvl="8" indent="-304800" algn="l">
              <a:lnSpc>
                <a:spcPct val="115000"/>
              </a:lnSpc>
              <a:spcBef>
                <a:spcPts val="1000"/>
              </a:spcBef>
              <a:spcAft>
                <a:spcPts val="1000"/>
              </a:spcAft>
              <a:buSzPts val="1200"/>
              <a:buChar char="■"/>
              <a:defRPr sz="1200"/>
            </a:lvl9pPr>
          </a:lstStyle>
          <a:p>
            <a:endParaRPr/>
          </a:p>
        </p:txBody>
      </p:sp>
      <p:sp>
        <p:nvSpPr>
          <p:cNvPr id="564" name="Google Shape;564;p95"/>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65"/>
        <p:cNvGrpSpPr/>
        <p:nvPr/>
      </p:nvGrpSpPr>
      <p:grpSpPr>
        <a:xfrm>
          <a:off x="0" y="0"/>
          <a:ext cx="0" cy="0"/>
          <a:chOff x="0" y="0"/>
          <a:chExt cx="0" cy="0"/>
        </a:xfrm>
      </p:grpSpPr>
      <p:sp>
        <p:nvSpPr>
          <p:cNvPr id="566" name="Google Shape;566;p96"/>
          <p:cNvSpPr txBox="1">
            <a:spLocks noGrp="1"/>
          </p:cNvSpPr>
          <p:nvPr>
            <p:ph type="title"/>
          </p:nvPr>
        </p:nvSpPr>
        <p:spPr>
          <a:xfrm>
            <a:off x="311700" y="342900"/>
            <a:ext cx="6541800" cy="43206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67" name="Google Shape;567;p96"/>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568"/>
        <p:cNvGrpSpPr/>
        <p:nvPr/>
      </p:nvGrpSpPr>
      <p:grpSpPr>
        <a:xfrm>
          <a:off x="0" y="0"/>
          <a:ext cx="0" cy="0"/>
          <a:chOff x="0" y="0"/>
          <a:chExt cx="0" cy="0"/>
        </a:xfrm>
      </p:grpSpPr>
      <p:sp>
        <p:nvSpPr>
          <p:cNvPr id="569" name="Google Shape;569;p97"/>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570" name="Google Shape;570;p97"/>
          <p:cNvGrpSpPr/>
          <p:nvPr/>
        </p:nvGrpSpPr>
        <p:grpSpPr>
          <a:xfrm rot="2700000">
            <a:off x="585684" y="481416"/>
            <a:ext cx="694882" cy="564848"/>
            <a:chOff x="919500" y="1916075"/>
            <a:chExt cx="1067700" cy="867900"/>
          </a:xfrm>
        </p:grpSpPr>
        <p:sp>
          <p:nvSpPr>
            <p:cNvPr id="571" name="Google Shape;571;p97"/>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2" name="Google Shape;572;p97"/>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73" name="Google Shape;573;p97"/>
          <p:cNvGrpSpPr/>
          <p:nvPr/>
        </p:nvGrpSpPr>
        <p:grpSpPr>
          <a:xfrm rot="8100000">
            <a:off x="7746889" y="3437647"/>
            <a:ext cx="912919" cy="742084"/>
            <a:chOff x="521400" y="3135325"/>
            <a:chExt cx="1067700" cy="867900"/>
          </a:xfrm>
        </p:grpSpPr>
        <p:sp>
          <p:nvSpPr>
            <p:cNvPr id="574" name="Google Shape;574;p97"/>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5" name="Google Shape;575;p97"/>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76" name="Google Shape;576;p97"/>
          <p:cNvSpPr txBox="1">
            <a:spLocks noGrp="1"/>
          </p:cNvSpPr>
          <p:nvPr>
            <p:ph type="title"/>
          </p:nvPr>
        </p:nvSpPr>
        <p:spPr>
          <a:xfrm>
            <a:off x="311700" y="342900"/>
            <a:ext cx="8100000" cy="20940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accent1"/>
              </a:buClr>
              <a:buSzPts val="4800"/>
              <a:buNone/>
              <a:defRPr sz="4800">
                <a:solidFill>
                  <a:schemeClr val="accent1"/>
                </a:solidFill>
              </a:defRPr>
            </a:lvl1pPr>
            <a:lvl2pPr lvl="1"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algn="l">
              <a:lnSpc>
                <a:spcPct val="100000"/>
              </a:lnSpc>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77"/>
        <p:cNvGrpSpPr/>
        <p:nvPr/>
      </p:nvGrpSpPr>
      <p:grpSpPr>
        <a:xfrm>
          <a:off x="0" y="0"/>
          <a:ext cx="0" cy="0"/>
          <a:chOff x="0" y="0"/>
          <a:chExt cx="0" cy="0"/>
        </a:xfrm>
      </p:grpSpPr>
      <p:sp>
        <p:nvSpPr>
          <p:cNvPr id="578" name="Google Shape;578;p98"/>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9" name="Google Shape;579;p98"/>
          <p:cNvSpPr txBox="1">
            <a:spLocks noGrp="1"/>
          </p:cNvSpPr>
          <p:nvPr>
            <p:ph type="title"/>
          </p:nvPr>
        </p:nvSpPr>
        <p:spPr>
          <a:xfrm>
            <a:off x="311700" y="679950"/>
            <a:ext cx="3999000" cy="22704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4200"/>
              <a:buNone/>
              <a:defRPr sz="4200"/>
            </a:lvl1pPr>
            <a:lvl2pPr lvl="1" algn="ctr">
              <a:lnSpc>
                <a:spcPct val="100000"/>
              </a:lnSpc>
              <a:spcBef>
                <a:spcPts val="0"/>
              </a:spcBef>
              <a:spcAft>
                <a:spcPts val="0"/>
              </a:spcAft>
              <a:buSzPts val="4200"/>
              <a:buFont typeface="Assistant"/>
              <a:buNone/>
              <a:defRPr sz="4200" b="1">
                <a:latin typeface="Assistant"/>
                <a:ea typeface="Assistant"/>
                <a:cs typeface="Assistant"/>
                <a:sym typeface="Assistant"/>
              </a:defRPr>
            </a:lvl2pPr>
            <a:lvl3pPr lvl="2" algn="ctr">
              <a:lnSpc>
                <a:spcPct val="100000"/>
              </a:lnSpc>
              <a:spcBef>
                <a:spcPts val="0"/>
              </a:spcBef>
              <a:spcAft>
                <a:spcPts val="0"/>
              </a:spcAft>
              <a:buSzPts val="4200"/>
              <a:buFont typeface="Assistant"/>
              <a:buNone/>
              <a:defRPr sz="4200" b="1">
                <a:latin typeface="Assistant"/>
                <a:ea typeface="Assistant"/>
                <a:cs typeface="Assistant"/>
                <a:sym typeface="Assistant"/>
              </a:defRPr>
            </a:lvl3pPr>
            <a:lvl4pPr lvl="3" algn="ctr">
              <a:lnSpc>
                <a:spcPct val="100000"/>
              </a:lnSpc>
              <a:spcBef>
                <a:spcPts val="0"/>
              </a:spcBef>
              <a:spcAft>
                <a:spcPts val="0"/>
              </a:spcAft>
              <a:buSzPts val="4200"/>
              <a:buFont typeface="Assistant"/>
              <a:buNone/>
              <a:defRPr sz="4200" b="1">
                <a:latin typeface="Assistant"/>
                <a:ea typeface="Assistant"/>
                <a:cs typeface="Assistant"/>
                <a:sym typeface="Assistant"/>
              </a:defRPr>
            </a:lvl4pPr>
            <a:lvl5pPr lvl="4" algn="ctr">
              <a:lnSpc>
                <a:spcPct val="100000"/>
              </a:lnSpc>
              <a:spcBef>
                <a:spcPts val="0"/>
              </a:spcBef>
              <a:spcAft>
                <a:spcPts val="0"/>
              </a:spcAft>
              <a:buSzPts val="4200"/>
              <a:buFont typeface="Assistant"/>
              <a:buNone/>
              <a:defRPr sz="4200" b="1">
                <a:latin typeface="Assistant"/>
                <a:ea typeface="Assistant"/>
                <a:cs typeface="Assistant"/>
                <a:sym typeface="Assistant"/>
              </a:defRPr>
            </a:lvl5pPr>
            <a:lvl6pPr lvl="5" algn="ctr">
              <a:lnSpc>
                <a:spcPct val="100000"/>
              </a:lnSpc>
              <a:spcBef>
                <a:spcPts val="0"/>
              </a:spcBef>
              <a:spcAft>
                <a:spcPts val="0"/>
              </a:spcAft>
              <a:buSzPts val="4200"/>
              <a:buFont typeface="Assistant"/>
              <a:buNone/>
              <a:defRPr sz="4200" b="1">
                <a:latin typeface="Assistant"/>
                <a:ea typeface="Assistant"/>
                <a:cs typeface="Assistant"/>
                <a:sym typeface="Assistant"/>
              </a:defRPr>
            </a:lvl6pPr>
            <a:lvl7pPr lvl="6" algn="ctr">
              <a:lnSpc>
                <a:spcPct val="100000"/>
              </a:lnSpc>
              <a:spcBef>
                <a:spcPts val="0"/>
              </a:spcBef>
              <a:spcAft>
                <a:spcPts val="0"/>
              </a:spcAft>
              <a:buSzPts val="4200"/>
              <a:buFont typeface="Assistant"/>
              <a:buNone/>
              <a:defRPr sz="4200" b="1">
                <a:latin typeface="Assistant"/>
                <a:ea typeface="Assistant"/>
                <a:cs typeface="Assistant"/>
                <a:sym typeface="Assistant"/>
              </a:defRPr>
            </a:lvl7pPr>
            <a:lvl8pPr lvl="7" algn="ctr">
              <a:lnSpc>
                <a:spcPct val="100000"/>
              </a:lnSpc>
              <a:spcBef>
                <a:spcPts val="0"/>
              </a:spcBef>
              <a:spcAft>
                <a:spcPts val="0"/>
              </a:spcAft>
              <a:buSzPts val="4200"/>
              <a:buFont typeface="Assistant"/>
              <a:buNone/>
              <a:defRPr sz="4200" b="1">
                <a:latin typeface="Assistant"/>
                <a:ea typeface="Assistant"/>
                <a:cs typeface="Assistant"/>
                <a:sym typeface="Assistant"/>
              </a:defRPr>
            </a:lvl8pPr>
            <a:lvl9pPr lvl="8" algn="ctr">
              <a:lnSpc>
                <a:spcPct val="100000"/>
              </a:lnSpc>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580" name="Google Shape;580;p98"/>
          <p:cNvSpPr txBox="1">
            <a:spLocks noGrp="1"/>
          </p:cNvSpPr>
          <p:nvPr>
            <p:ph type="subTitle" idx="1"/>
          </p:nvPr>
        </p:nvSpPr>
        <p:spPr>
          <a:xfrm>
            <a:off x="311700" y="2950350"/>
            <a:ext cx="3999000" cy="1235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81" name="Google Shape;581;p98"/>
          <p:cNvSpPr txBox="1">
            <a:spLocks noGrp="1"/>
          </p:cNvSpPr>
          <p:nvPr>
            <p:ph type="body" idx="2"/>
          </p:nvPr>
        </p:nvSpPr>
        <p:spPr>
          <a:xfrm>
            <a:off x="4939500" y="342900"/>
            <a:ext cx="3419400" cy="41796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000"/>
              </a:spcBef>
              <a:spcAft>
                <a:spcPts val="0"/>
              </a:spcAft>
              <a:buClr>
                <a:schemeClr val="lt1"/>
              </a:buClr>
              <a:buSzPts val="1400"/>
              <a:buChar char="○"/>
              <a:defRPr>
                <a:solidFill>
                  <a:schemeClr val="lt1"/>
                </a:solidFill>
              </a:defRPr>
            </a:lvl2pPr>
            <a:lvl3pPr marL="1371600" lvl="2" indent="-317500" algn="l">
              <a:lnSpc>
                <a:spcPct val="115000"/>
              </a:lnSpc>
              <a:spcBef>
                <a:spcPts val="1000"/>
              </a:spcBef>
              <a:spcAft>
                <a:spcPts val="0"/>
              </a:spcAft>
              <a:buClr>
                <a:schemeClr val="lt1"/>
              </a:buClr>
              <a:buSzPts val="1400"/>
              <a:buChar char="■"/>
              <a:defRPr>
                <a:solidFill>
                  <a:schemeClr val="lt1"/>
                </a:solidFill>
              </a:defRPr>
            </a:lvl3pPr>
            <a:lvl4pPr marL="1828800" lvl="3" indent="-317500" algn="l">
              <a:lnSpc>
                <a:spcPct val="115000"/>
              </a:lnSpc>
              <a:spcBef>
                <a:spcPts val="1000"/>
              </a:spcBef>
              <a:spcAft>
                <a:spcPts val="0"/>
              </a:spcAft>
              <a:buClr>
                <a:schemeClr val="lt1"/>
              </a:buClr>
              <a:buSzPts val="1400"/>
              <a:buChar char="●"/>
              <a:defRPr>
                <a:solidFill>
                  <a:schemeClr val="lt1"/>
                </a:solidFill>
              </a:defRPr>
            </a:lvl4pPr>
            <a:lvl5pPr marL="2286000" lvl="4" indent="-317500" algn="l">
              <a:lnSpc>
                <a:spcPct val="115000"/>
              </a:lnSpc>
              <a:spcBef>
                <a:spcPts val="1000"/>
              </a:spcBef>
              <a:spcAft>
                <a:spcPts val="0"/>
              </a:spcAft>
              <a:buClr>
                <a:schemeClr val="lt1"/>
              </a:buClr>
              <a:buSzPts val="1400"/>
              <a:buChar char="○"/>
              <a:defRPr>
                <a:solidFill>
                  <a:schemeClr val="lt1"/>
                </a:solidFill>
              </a:defRPr>
            </a:lvl5pPr>
            <a:lvl6pPr marL="2743200" lvl="5" indent="-317500" algn="l">
              <a:lnSpc>
                <a:spcPct val="115000"/>
              </a:lnSpc>
              <a:spcBef>
                <a:spcPts val="1000"/>
              </a:spcBef>
              <a:spcAft>
                <a:spcPts val="0"/>
              </a:spcAft>
              <a:buClr>
                <a:schemeClr val="lt1"/>
              </a:buClr>
              <a:buSzPts val="1400"/>
              <a:buChar char="■"/>
              <a:defRPr>
                <a:solidFill>
                  <a:schemeClr val="lt1"/>
                </a:solidFill>
              </a:defRPr>
            </a:lvl6pPr>
            <a:lvl7pPr marL="3200400" lvl="6" indent="-317500" algn="l">
              <a:lnSpc>
                <a:spcPct val="115000"/>
              </a:lnSpc>
              <a:spcBef>
                <a:spcPts val="1000"/>
              </a:spcBef>
              <a:spcAft>
                <a:spcPts val="0"/>
              </a:spcAft>
              <a:buClr>
                <a:schemeClr val="lt1"/>
              </a:buClr>
              <a:buSzPts val="1400"/>
              <a:buChar char="●"/>
              <a:defRPr>
                <a:solidFill>
                  <a:schemeClr val="lt1"/>
                </a:solidFill>
              </a:defRPr>
            </a:lvl7pPr>
            <a:lvl8pPr marL="3657600" lvl="7" indent="-317500" algn="l">
              <a:lnSpc>
                <a:spcPct val="115000"/>
              </a:lnSpc>
              <a:spcBef>
                <a:spcPts val="1000"/>
              </a:spcBef>
              <a:spcAft>
                <a:spcPts val="0"/>
              </a:spcAft>
              <a:buClr>
                <a:schemeClr val="lt1"/>
              </a:buClr>
              <a:buSzPts val="1400"/>
              <a:buChar char="○"/>
              <a:defRPr>
                <a:solidFill>
                  <a:schemeClr val="lt1"/>
                </a:solidFill>
              </a:defRPr>
            </a:lvl8pPr>
            <a:lvl9pPr marL="4114800" lvl="8" indent="-317500" algn="l">
              <a:lnSpc>
                <a:spcPct val="115000"/>
              </a:lnSpc>
              <a:spcBef>
                <a:spcPts val="1000"/>
              </a:spcBef>
              <a:spcAft>
                <a:spcPts val="1000"/>
              </a:spcAft>
              <a:buClr>
                <a:schemeClr val="lt1"/>
              </a:buClr>
              <a:buSzPts val="1400"/>
              <a:buChar char="■"/>
              <a:defRPr>
                <a:solidFill>
                  <a:schemeClr val="lt1"/>
                </a:solidFill>
              </a:defRPr>
            </a:lvl9pPr>
          </a:lstStyle>
          <a:p>
            <a:endParaRPr/>
          </a:p>
        </p:txBody>
      </p:sp>
      <p:sp>
        <p:nvSpPr>
          <p:cNvPr id="582" name="Google Shape;582;p98"/>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lt1"/>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83"/>
        <p:cNvGrpSpPr/>
        <p:nvPr/>
      </p:nvGrpSpPr>
      <p:grpSpPr>
        <a:xfrm>
          <a:off x="0" y="0"/>
          <a:ext cx="0" cy="0"/>
          <a:chOff x="0" y="0"/>
          <a:chExt cx="0" cy="0"/>
        </a:xfrm>
      </p:grpSpPr>
      <p:sp>
        <p:nvSpPr>
          <p:cNvPr id="584" name="Google Shape;584;p99"/>
          <p:cNvSpPr txBox="1">
            <a:spLocks noGrp="1"/>
          </p:cNvSpPr>
          <p:nvPr>
            <p:ph type="body" idx="1"/>
          </p:nvPr>
        </p:nvSpPr>
        <p:spPr>
          <a:xfrm>
            <a:off x="311700" y="4663200"/>
            <a:ext cx="7082100" cy="4803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000"/>
              <a:buNone/>
              <a:defRPr sz="1000"/>
            </a:lvl1pPr>
          </a:lstStyle>
          <a:p>
            <a:endParaRPr/>
          </a:p>
        </p:txBody>
      </p:sp>
      <p:sp>
        <p:nvSpPr>
          <p:cNvPr id="585" name="Google Shape;585;p99"/>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586"/>
        <p:cNvGrpSpPr/>
        <p:nvPr/>
      </p:nvGrpSpPr>
      <p:grpSpPr>
        <a:xfrm>
          <a:off x="0" y="0"/>
          <a:ext cx="0" cy="0"/>
          <a:chOff x="0" y="0"/>
          <a:chExt cx="0" cy="0"/>
        </a:xfrm>
      </p:grpSpPr>
      <p:sp>
        <p:nvSpPr>
          <p:cNvPr id="587" name="Google Shape;587;p100"/>
          <p:cNvSpPr txBox="1">
            <a:spLocks noGrp="1"/>
          </p:cNvSpPr>
          <p:nvPr>
            <p:ph type="title" hasCustomPrompt="1"/>
          </p:nvPr>
        </p:nvSpPr>
        <p:spPr>
          <a:xfrm>
            <a:off x="311700" y="898300"/>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12000"/>
              <a:buNone/>
              <a:defRPr sz="12000">
                <a:solidFill>
                  <a:schemeClr val="accent4"/>
                </a:solidFill>
              </a:defRPr>
            </a:lvl1pPr>
            <a:lvl2pPr lvl="1" algn="ctr">
              <a:lnSpc>
                <a:spcPct val="100000"/>
              </a:lnSpc>
              <a:spcBef>
                <a:spcPts val="0"/>
              </a:spcBef>
              <a:spcAft>
                <a:spcPts val="0"/>
              </a:spcAft>
              <a:buClr>
                <a:schemeClr val="accent4"/>
              </a:buClr>
              <a:buSzPts val="12000"/>
              <a:buNone/>
              <a:defRPr sz="12000">
                <a:solidFill>
                  <a:schemeClr val="accent4"/>
                </a:solidFill>
              </a:defRPr>
            </a:lvl2pPr>
            <a:lvl3pPr lvl="2" algn="ctr">
              <a:lnSpc>
                <a:spcPct val="100000"/>
              </a:lnSpc>
              <a:spcBef>
                <a:spcPts val="0"/>
              </a:spcBef>
              <a:spcAft>
                <a:spcPts val="0"/>
              </a:spcAft>
              <a:buClr>
                <a:schemeClr val="accent4"/>
              </a:buClr>
              <a:buSzPts val="12000"/>
              <a:buNone/>
              <a:defRPr sz="12000">
                <a:solidFill>
                  <a:schemeClr val="accent4"/>
                </a:solidFill>
              </a:defRPr>
            </a:lvl3pPr>
            <a:lvl4pPr lvl="3" algn="ctr">
              <a:lnSpc>
                <a:spcPct val="100000"/>
              </a:lnSpc>
              <a:spcBef>
                <a:spcPts val="0"/>
              </a:spcBef>
              <a:spcAft>
                <a:spcPts val="0"/>
              </a:spcAft>
              <a:buClr>
                <a:schemeClr val="accent4"/>
              </a:buClr>
              <a:buSzPts val="12000"/>
              <a:buNone/>
              <a:defRPr sz="12000">
                <a:solidFill>
                  <a:schemeClr val="accent4"/>
                </a:solidFill>
              </a:defRPr>
            </a:lvl4pPr>
            <a:lvl5pPr lvl="4" algn="ctr">
              <a:lnSpc>
                <a:spcPct val="100000"/>
              </a:lnSpc>
              <a:spcBef>
                <a:spcPts val="0"/>
              </a:spcBef>
              <a:spcAft>
                <a:spcPts val="0"/>
              </a:spcAft>
              <a:buClr>
                <a:schemeClr val="accent4"/>
              </a:buClr>
              <a:buSzPts val="12000"/>
              <a:buNone/>
              <a:defRPr sz="12000">
                <a:solidFill>
                  <a:schemeClr val="accent4"/>
                </a:solidFill>
              </a:defRPr>
            </a:lvl5pPr>
            <a:lvl6pPr lvl="5" algn="ctr">
              <a:lnSpc>
                <a:spcPct val="100000"/>
              </a:lnSpc>
              <a:spcBef>
                <a:spcPts val="0"/>
              </a:spcBef>
              <a:spcAft>
                <a:spcPts val="0"/>
              </a:spcAft>
              <a:buClr>
                <a:schemeClr val="accent4"/>
              </a:buClr>
              <a:buSzPts val="12000"/>
              <a:buNone/>
              <a:defRPr sz="12000">
                <a:solidFill>
                  <a:schemeClr val="accent4"/>
                </a:solidFill>
              </a:defRPr>
            </a:lvl6pPr>
            <a:lvl7pPr lvl="6" algn="ctr">
              <a:lnSpc>
                <a:spcPct val="100000"/>
              </a:lnSpc>
              <a:spcBef>
                <a:spcPts val="0"/>
              </a:spcBef>
              <a:spcAft>
                <a:spcPts val="0"/>
              </a:spcAft>
              <a:buClr>
                <a:schemeClr val="accent4"/>
              </a:buClr>
              <a:buSzPts val="12000"/>
              <a:buNone/>
              <a:defRPr sz="12000">
                <a:solidFill>
                  <a:schemeClr val="accent4"/>
                </a:solidFill>
              </a:defRPr>
            </a:lvl7pPr>
            <a:lvl8pPr lvl="7" algn="ctr">
              <a:lnSpc>
                <a:spcPct val="100000"/>
              </a:lnSpc>
              <a:spcBef>
                <a:spcPts val="0"/>
              </a:spcBef>
              <a:spcAft>
                <a:spcPts val="0"/>
              </a:spcAft>
              <a:buClr>
                <a:schemeClr val="accent4"/>
              </a:buClr>
              <a:buSzPts val="12000"/>
              <a:buNone/>
              <a:defRPr sz="12000">
                <a:solidFill>
                  <a:schemeClr val="accent4"/>
                </a:solidFill>
              </a:defRPr>
            </a:lvl8pPr>
            <a:lvl9pPr lvl="8" algn="ctr">
              <a:lnSpc>
                <a:spcPct val="100000"/>
              </a:lnSpc>
              <a:spcBef>
                <a:spcPts val="0"/>
              </a:spcBef>
              <a:spcAft>
                <a:spcPts val="0"/>
              </a:spcAft>
              <a:buClr>
                <a:schemeClr val="accent4"/>
              </a:buClr>
              <a:buSzPts val="12000"/>
              <a:buNone/>
              <a:defRPr sz="12000">
                <a:solidFill>
                  <a:schemeClr val="accent4"/>
                </a:solidFill>
              </a:defRPr>
            </a:lvl9pPr>
          </a:lstStyle>
          <a:p>
            <a:r>
              <a:t>xx%</a:t>
            </a:r>
          </a:p>
        </p:txBody>
      </p:sp>
      <p:sp>
        <p:nvSpPr>
          <p:cNvPr id="588" name="Google Shape;588;p100"/>
          <p:cNvSpPr txBox="1">
            <a:spLocks noGrp="1"/>
          </p:cNvSpPr>
          <p:nvPr>
            <p:ph type="body" idx="1"/>
          </p:nvPr>
        </p:nvSpPr>
        <p:spPr>
          <a:xfrm>
            <a:off x="311700" y="2944400"/>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589" name="Google Shape;589;p100"/>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590"/>
        <p:cNvGrpSpPr/>
        <p:nvPr/>
      </p:nvGrpSpPr>
      <p:grpSpPr>
        <a:xfrm>
          <a:off x="0" y="0"/>
          <a:ext cx="0" cy="0"/>
          <a:chOff x="0" y="0"/>
          <a:chExt cx="0" cy="0"/>
        </a:xfrm>
      </p:grpSpPr>
      <p:sp>
        <p:nvSpPr>
          <p:cNvPr id="591" name="Google Shape;591;p101"/>
          <p:cNvSpPr txBox="1">
            <a:spLocks noGrp="1"/>
          </p:cNvSpPr>
          <p:nvPr>
            <p:ph type="title"/>
          </p:nvPr>
        </p:nvSpPr>
        <p:spPr>
          <a:xfrm>
            <a:off x="3117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592" name="Google Shape;592;p101"/>
          <p:cNvSpPr txBox="1">
            <a:spLocks noGrp="1"/>
          </p:cNvSpPr>
          <p:nvPr>
            <p:ph type="body" idx="1"/>
          </p:nvPr>
        </p:nvSpPr>
        <p:spPr>
          <a:xfrm>
            <a:off x="3117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593" name="Google Shape;593;p10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594" name="Google Shape;594;p101"/>
          <p:cNvSpPr txBox="1">
            <a:spLocks noGrp="1"/>
          </p:cNvSpPr>
          <p:nvPr>
            <p:ph type="title" idx="2"/>
          </p:nvPr>
        </p:nvSpPr>
        <p:spPr>
          <a:xfrm>
            <a:off x="641580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595" name="Google Shape;595;p101"/>
          <p:cNvSpPr txBox="1">
            <a:spLocks noGrp="1"/>
          </p:cNvSpPr>
          <p:nvPr>
            <p:ph type="body" idx="3"/>
          </p:nvPr>
        </p:nvSpPr>
        <p:spPr>
          <a:xfrm>
            <a:off x="641580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
        <p:nvSpPr>
          <p:cNvPr id="596" name="Google Shape;596;p101"/>
          <p:cNvSpPr txBox="1">
            <a:spLocks noGrp="1"/>
          </p:cNvSpPr>
          <p:nvPr>
            <p:ph type="title" idx="4"/>
          </p:nvPr>
        </p:nvSpPr>
        <p:spPr>
          <a:xfrm>
            <a:off x="3363750" y="898300"/>
            <a:ext cx="24165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Clr>
                <a:schemeClr val="accent4"/>
              </a:buClr>
              <a:buSzPts val="7200"/>
              <a:buNone/>
              <a:defRPr sz="7200">
                <a:solidFill>
                  <a:schemeClr val="accent4"/>
                </a:solidFill>
              </a:defRPr>
            </a:lvl1pPr>
            <a:lvl2pPr lvl="1" algn="ctr">
              <a:lnSpc>
                <a:spcPct val="100000"/>
              </a:lnSpc>
              <a:spcBef>
                <a:spcPts val="0"/>
              </a:spcBef>
              <a:spcAft>
                <a:spcPts val="0"/>
              </a:spcAft>
              <a:buClr>
                <a:schemeClr val="accent4"/>
              </a:buClr>
              <a:buSzPts val="7200"/>
              <a:buNone/>
              <a:defRPr sz="7200">
                <a:solidFill>
                  <a:schemeClr val="accent4"/>
                </a:solidFill>
              </a:defRPr>
            </a:lvl2pPr>
            <a:lvl3pPr lvl="2" algn="ctr">
              <a:lnSpc>
                <a:spcPct val="100000"/>
              </a:lnSpc>
              <a:spcBef>
                <a:spcPts val="0"/>
              </a:spcBef>
              <a:spcAft>
                <a:spcPts val="0"/>
              </a:spcAft>
              <a:buClr>
                <a:schemeClr val="accent4"/>
              </a:buClr>
              <a:buSzPts val="7200"/>
              <a:buNone/>
              <a:defRPr sz="7200">
                <a:solidFill>
                  <a:schemeClr val="accent4"/>
                </a:solidFill>
              </a:defRPr>
            </a:lvl3pPr>
            <a:lvl4pPr lvl="3" algn="ctr">
              <a:lnSpc>
                <a:spcPct val="100000"/>
              </a:lnSpc>
              <a:spcBef>
                <a:spcPts val="0"/>
              </a:spcBef>
              <a:spcAft>
                <a:spcPts val="0"/>
              </a:spcAft>
              <a:buClr>
                <a:schemeClr val="accent4"/>
              </a:buClr>
              <a:buSzPts val="7200"/>
              <a:buNone/>
              <a:defRPr sz="7200">
                <a:solidFill>
                  <a:schemeClr val="accent4"/>
                </a:solidFill>
              </a:defRPr>
            </a:lvl4pPr>
            <a:lvl5pPr lvl="4" algn="ctr">
              <a:lnSpc>
                <a:spcPct val="100000"/>
              </a:lnSpc>
              <a:spcBef>
                <a:spcPts val="0"/>
              </a:spcBef>
              <a:spcAft>
                <a:spcPts val="0"/>
              </a:spcAft>
              <a:buClr>
                <a:schemeClr val="accent4"/>
              </a:buClr>
              <a:buSzPts val="7200"/>
              <a:buNone/>
              <a:defRPr sz="7200">
                <a:solidFill>
                  <a:schemeClr val="accent4"/>
                </a:solidFill>
              </a:defRPr>
            </a:lvl5pPr>
            <a:lvl6pPr lvl="5" algn="ctr">
              <a:lnSpc>
                <a:spcPct val="100000"/>
              </a:lnSpc>
              <a:spcBef>
                <a:spcPts val="0"/>
              </a:spcBef>
              <a:spcAft>
                <a:spcPts val="0"/>
              </a:spcAft>
              <a:buClr>
                <a:schemeClr val="accent4"/>
              </a:buClr>
              <a:buSzPts val="7200"/>
              <a:buNone/>
              <a:defRPr sz="7200">
                <a:solidFill>
                  <a:schemeClr val="accent4"/>
                </a:solidFill>
              </a:defRPr>
            </a:lvl6pPr>
            <a:lvl7pPr lvl="6" algn="ctr">
              <a:lnSpc>
                <a:spcPct val="100000"/>
              </a:lnSpc>
              <a:spcBef>
                <a:spcPts val="0"/>
              </a:spcBef>
              <a:spcAft>
                <a:spcPts val="0"/>
              </a:spcAft>
              <a:buClr>
                <a:schemeClr val="accent4"/>
              </a:buClr>
              <a:buSzPts val="7200"/>
              <a:buNone/>
              <a:defRPr sz="7200">
                <a:solidFill>
                  <a:schemeClr val="accent4"/>
                </a:solidFill>
              </a:defRPr>
            </a:lvl7pPr>
            <a:lvl8pPr lvl="7" algn="ctr">
              <a:lnSpc>
                <a:spcPct val="100000"/>
              </a:lnSpc>
              <a:spcBef>
                <a:spcPts val="0"/>
              </a:spcBef>
              <a:spcAft>
                <a:spcPts val="0"/>
              </a:spcAft>
              <a:buClr>
                <a:schemeClr val="accent4"/>
              </a:buClr>
              <a:buSzPts val="7200"/>
              <a:buNone/>
              <a:defRPr sz="7200">
                <a:solidFill>
                  <a:schemeClr val="accent4"/>
                </a:solidFill>
              </a:defRPr>
            </a:lvl8pPr>
            <a:lvl9pPr lvl="8" algn="ctr">
              <a:lnSpc>
                <a:spcPct val="100000"/>
              </a:lnSpc>
              <a:spcBef>
                <a:spcPts val="0"/>
              </a:spcBef>
              <a:spcAft>
                <a:spcPts val="0"/>
              </a:spcAft>
              <a:buClr>
                <a:schemeClr val="accent4"/>
              </a:buClr>
              <a:buSzPts val="7200"/>
              <a:buNone/>
              <a:defRPr sz="7200">
                <a:solidFill>
                  <a:schemeClr val="accent4"/>
                </a:solidFill>
              </a:defRPr>
            </a:lvl9pPr>
          </a:lstStyle>
          <a:p>
            <a:endParaRPr/>
          </a:p>
        </p:txBody>
      </p:sp>
      <p:sp>
        <p:nvSpPr>
          <p:cNvPr id="597" name="Google Shape;597;p101"/>
          <p:cNvSpPr txBox="1">
            <a:spLocks noGrp="1"/>
          </p:cNvSpPr>
          <p:nvPr>
            <p:ph type="body" idx="5"/>
          </p:nvPr>
        </p:nvSpPr>
        <p:spPr>
          <a:xfrm>
            <a:off x="3363750" y="2944400"/>
            <a:ext cx="24165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000"/>
              </a:spcBef>
              <a:spcAft>
                <a:spcPts val="0"/>
              </a:spcAft>
              <a:buSzPts val="1400"/>
              <a:buChar char="○"/>
              <a:defRPr/>
            </a:lvl2pPr>
            <a:lvl3pPr marL="1371600" lvl="2" indent="-317500" algn="ctr">
              <a:lnSpc>
                <a:spcPct val="115000"/>
              </a:lnSpc>
              <a:spcBef>
                <a:spcPts val="1000"/>
              </a:spcBef>
              <a:spcAft>
                <a:spcPts val="0"/>
              </a:spcAft>
              <a:buSzPts val="1400"/>
              <a:buChar char="■"/>
              <a:defRPr/>
            </a:lvl3pPr>
            <a:lvl4pPr marL="1828800" lvl="3" indent="-317500" algn="ctr">
              <a:lnSpc>
                <a:spcPct val="115000"/>
              </a:lnSpc>
              <a:spcBef>
                <a:spcPts val="1000"/>
              </a:spcBef>
              <a:spcAft>
                <a:spcPts val="0"/>
              </a:spcAft>
              <a:buSzPts val="1400"/>
              <a:buChar char="●"/>
              <a:defRPr/>
            </a:lvl4pPr>
            <a:lvl5pPr marL="2286000" lvl="4" indent="-317500" algn="ctr">
              <a:lnSpc>
                <a:spcPct val="115000"/>
              </a:lnSpc>
              <a:spcBef>
                <a:spcPts val="1000"/>
              </a:spcBef>
              <a:spcAft>
                <a:spcPts val="0"/>
              </a:spcAft>
              <a:buSzPts val="1400"/>
              <a:buChar char="○"/>
              <a:defRPr/>
            </a:lvl5pPr>
            <a:lvl6pPr marL="2743200" lvl="5" indent="-317500" algn="ctr">
              <a:lnSpc>
                <a:spcPct val="115000"/>
              </a:lnSpc>
              <a:spcBef>
                <a:spcPts val="1000"/>
              </a:spcBef>
              <a:spcAft>
                <a:spcPts val="0"/>
              </a:spcAft>
              <a:buSzPts val="1400"/>
              <a:buChar char="■"/>
              <a:defRPr/>
            </a:lvl6pPr>
            <a:lvl7pPr marL="3200400" lvl="6" indent="-317500" algn="ctr">
              <a:lnSpc>
                <a:spcPct val="115000"/>
              </a:lnSpc>
              <a:spcBef>
                <a:spcPts val="1000"/>
              </a:spcBef>
              <a:spcAft>
                <a:spcPts val="0"/>
              </a:spcAft>
              <a:buSzPts val="1400"/>
              <a:buChar char="●"/>
              <a:defRPr/>
            </a:lvl7pPr>
            <a:lvl8pPr marL="3657600" lvl="7" indent="-317500" algn="ctr">
              <a:lnSpc>
                <a:spcPct val="115000"/>
              </a:lnSpc>
              <a:spcBef>
                <a:spcPts val="1000"/>
              </a:spcBef>
              <a:spcAft>
                <a:spcPts val="0"/>
              </a:spcAft>
              <a:buSzPts val="1400"/>
              <a:buChar char="○"/>
              <a:defRPr/>
            </a:lvl8pPr>
            <a:lvl9pPr marL="4114800" lvl="8" indent="-317500" algn="ctr">
              <a:lnSpc>
                <a:spcPct val="115000"/>
              </a:lnSpc>
              <a:spcBef>
                <a:spcPts val="1000"/>
              </a:spcBef>
              <a:spcAft>
                <a:spcPts val="1000"/>
              </a:spcAft>
              <a:buSzPts val="1400"/>
              <a:buChar char="■"/>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8"/>
        <p:cNvGrpSpPr/>
        <p:nvPr/>
      </p:nvGrpSpPr>
      <p:grpSpPr>
        <a:xfrm>
          <a:off x="0" y="0"/>
          <a:ext cx="0" cy="0"/>
          <a:chOff x="0" y="0"/>
          <a:chExt cx="0" cy="0"/>
        </a:xfrm>
      </p:grpSpPr>
      <p:sp>
        <p:nvSpPr>
          <p:cNvPr id="599" name="Google Shape;599;p102"/>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el und Inhalt">
  <p:cSld name="Titel und Inhalt">
    <p:bg>
      <p:bgPr>
        <a:solidFill>
          <a:schemeClr val="lt1"/>
        </a:solidFill>
        <a:effectLst/>
      </p:bgPr>
    </p:bg>
    <p:spTree>
      <p:nvGrpSpPr>
        <p:cNvPr id="1" name="Shape 600"/>
        <p:cNvGrpSpPr/>
        <p:nvPr/>
      </p:nvGrpSpPr>
      <p:grpSpPr>
        <a:xfrm>
          <a:off x="0" y="0"/>
          <a:ext cx="0" cy="0"/>
          <a:chOff x="0" y="0"/>
          <a:chExt cx="0" cy="0"/>
        </a:xfrm>
      </p:grpSpPr>
      <p:sp>
        <p:nvSpPr>
          <p:cNvPr id="601" name="Google Shape;601;p103"/>
          <p:cNvSpPr txBox="1">
            <a:spLocks noGrp="1"/>
          </p:cNvSpPr>
          <p:nvPr>
            <p:ph type="sldNum" idx="12"/>
          </p:nvPr>
        </p:nvSpPr>
        <p:spPr>
          <a:xfrm>
            <a:off x="540000" y="4726558"/>
            <a:ext cx="2411700" cy="273900"/>
          </a:xfrm>
          <a:prstGeom prst="rect">
            <a:avLst/>
          </a:prstGeom>
          <a:noFill/>
          <a:ln>
            <a:noFill/>
          </a:ln>
        </p:spPr>
        <p:txBody>
          <a:bodyPr spcFirstLastPara="1" wrap="square" lIns="68575" tIns="34275" rIns="68575" bIns="34275" anchor="ctr" anchorCtr="0">
            <a:normAutofit/>
          </a:bodyPr>
          <a:lstStyle>
            <a:lvl1pPr marL="0" marR="0" lvl="0"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1pPr>
            <a:lvl2pPr marL="0" marR="0" lvl="1"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2pPr>
            <a:lvl3pPr marL="0" marR="0" lvl="2"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3pPr>
            <a:lvl4pPr marL="0" marR="0" lvl="3"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4pPr>
            <a:lvl5pPr marL="0" marR="0" lvl="4"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5pPr>
            <a:lvl6pPr marL="0" marR="0" lvl="5"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6pPr>
            <a:lvl7pPr marL="0" marR="0" lvl="6"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7pPr>
            <a:lvl8pPr marL="0" marR="0" lvl="7"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8pPr>
            <a:lvl9pPr marL="0" marR="0" lvl="8" indent="0" algn="l">
              <a:lnSpc>
                <a:spcPct val="80000"/>
              </a:lnSpc>
              <a:spcBef>
                <a:spcPts val="0"/>
              </a:spcBef>
              <a:spcAft>
                <a:spcPts val="0"/>
              </a:spcAft>
              <a:buClr>
                <a:srgbClr val="000000"/>
              </a:buClr>
              <a:buSzPts val="800"/>
              <a:buFont typeface="Arial"/>
              <a:buNone/>
              <a:defRPr sz="800" b="0" i="0" u="none" strike="noStrike" cap="none">
                <a:solidFill>
                  <a:srgbClr val="050505"/>
                </a:solidFill>
                <a:latin typeface="Roboto Medium"/>
                <a:ea typeface="Roboto Medium"/>
                <a:cs typeface="Roboto Medium"/>
                <a:sym typeface="Roboto Medium"/>
              </a:defRPr>
            </a:lvl9pPr>
          </a:lstStyle>
          <a:p>
            <a:pPr marL="0" lvl="0" indent="0" algn="l" rtl="0">
              <a:spcBef>
                <a:spcPts val="0"/>
              </a:spcBef>
              <a:spcAft>
                <a:spcPts val="0"/>
              </a:spcAft>
              <a:buNone/>
            </a:pPr>
            <a:fld id="{00000000-1234-1234-1234-123412341234}" type="slidenum">
              <a:rPr lang="en"/>
              <a:t>‹#›</a:t>
            </a:fld>
            <a:r>
              <a:rPr lang="en"/>
              <a:t>	</a:t>
            </a:r>
            <a:r>
              <a:rPr lang="en">
                <a:latin typeface="Roboto Light"/>
                <a:ea typeface="Roboto Light"/>
                <a:cs typeface="Roboto Light"/>
                <a:sym typeface="Roboto Light"/>
              </a:rPr>
              <a:t>Salesfive Consulting GmbH</a:t>
            </a:r>
            <a:endParaRPr sz="1100">
              <a:solidFill>
                <a:srgbClr val="000000"/>
              </a:solidFill>
              <a:latin typeface="Arial"/>
              <a:ea typeface="Arial"/>
              <a:cs typeface="Arial"/>
              <a:sym typeface="Arial"/>
            </a:endParaRPr>
          </a:p>
        </p:txBody>
      </p:sp>
      <p:sp>
        <p:nvSpPr>
          <p:cNvPr id="602" name="Google Shape;602;p103"/>
          <p:cNvSpPr txBox="1">
            <a:spLocks noGrp="1"/>
          </p:cNvSpPr>
          <p:nvPr>
            <p:ph type="body" idx="1"/>
          </p:nvPr>
        </p:nvSpPr>
        <p:spPr>
          <a:xfrm>
            <a:off x="540000" y="754732"/>
            <a:ext cx="4831800" cy="304800"/>
          </a:xfrm>
          <a:prstGeom prst="rect">
            <a:avLst/>
          </a:prstGeom>
          <a:noFill/>
          <a:ln>
            <a:noFill/>
          </a:ln>
        </p:spPr>
        <p:txBody>
          <a:bodyPr spcFirstLastPara="1" wrap="square" lIns="68575" tIns="34275" rIns="68575" bIns="34275" anchor="t" anchorCtr="0">
            <a:normAutofit/>
          </a:bodyPr>
          <a:lstStyle>
            <a:lvl1pPr marL="457200" marR="0" lvl="0" indent="-228600" algn="l">
              <a:lnSpc>
                <a:spcPct val="100000"/>
              </a:lnSpc>
              <a:spcBef>
                <a:spcPts val="800"/>
              </a:spcBef>
              <a:spcAft>
                <a:spcPts val="0"/>
              </a:spcAft>
              <a:buClr>
                <a:schemeClr val="dk1"/>
              </a:buClr>
              <a:buSzPts val="2100"/>
              <a:buFont typeface="Arial"/>
              <a:buNone/>
              <a:defRPr sz="2100" b="0" i="0" u="none" strike="noStrike" cap="none">
                <a:solidFill>
                  <a:schemeClr val="dk1"/>
                </a:solidFill>
                <a:latin typeface="Roboto Medium"/>
                <a:ea typeface="Roboto Medium"/>
                <a:cs typeface="Roboto Medium"/>
                <a:sym typeface="Roboto Medium"/>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603" name="Google Shape;603;p103"/>
          <p:cNvSpPr txBox="1">
            <a:spLocks noGrp="1"/>
          </p:cNvSpPr>
          <p:nvPr>
            <p:ph type="body" idx="2"/>
          </p:nvPr>
        </p:nvSpPr>
        <p:spPr>
          <a:xfrm>
            <a:off x="540000" y="573528"/>
            <a:ext cx="4831800" cy="181200"/>
          </a:xfrm>
          <a:prstGeom prst="rect">
            <a:avLst/>
          </a:prstGeom>
          <a:noFill/>
          <a:ln>
            <a:noFill/>
          </a:ln>
        </p:spPr>
        <p:txBody>
          <a:bodyPr spcFirstLastPara="1" wrap="square" lIns="68575" tIns="34275" rIns="68575" bIns="34275" anchor="t" anchorCtr="0">
            <a:normAutofit/>
          </a:bodyPr>
          <a:lstStyle>
            <a:lvl1pPr marL="457200" marR="0" lvl="0" indent="-228600" algn="l">
              <a:lnSpc>
                <a:spcPct val="80000"/>
              </a:lnSpc>
              <a:spcBef>
                <a:spcPts val="800"/>
              </a:spcBef>
              <a:spcAft>
                <a:spcPts val="0"/>
              </a:spcAft>
              <a:buClr>
                <a:srgbClr val="C8C8C8"/>
              </a:buClr>
              <a:buSzPts val="900"/>
              <a:buFont typeface="Arial"/>
              <a:buNone/>
              <a:defRPr sz="900" b="0" i="0" u="none" strike="noStrike" cap="none">
                <a:solidFill>
                  <a:srgbClr val="C8C8C8"/>
                </a:solidFill>
                <a:latin typeface="Roboto Medium"/>
                <a:ea typeface="Roboto Medium"/>
                <a:cs typeface="Roboto Medium"/>
                <a:sym typeface="Roboto Medium"/>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pic>
        <p:nvPicPr>
          <p:cNvPr id="604" name="Google Shape;604;p103"/>
          <p:cNvPicPr preferRelativeResize="0"/>
          <p:nvPr/>
        </p:nvPicPr>
        <p:blipFill rotWithShape="1">
          <a:blip r:embed="rId2">
            <a:alphaModFix/>
          </a:blip>
          <a:srcRect/>
          <a:stretch/>
        </p:blipFill>
        <p:spPr>
          <a:xfrm>
            <a:off x="7921615" y="4768979"/>
            <a:ext cx="628384" cy="189001"/>
          </a:xfrm>
          <a:prstGeom prst="rect">
            <a:avLst/>
          </a:prstGeom>
          <a:noFill/>
          <a:ln>
            <a:noFill/>
          </a:ln>
        </p:spPr>
      </p:pic>
      <p:sp>
        <p:nvSpPr>
          <p:cNvPr id="605" name="Google Shape;605;p103"/>
          <p:cNvSpPr txBox="1">
            <a:spLocks noGrp="1"/>
          </p:cNvSpPr>
          <p:nvPr>
            <p:ph type="body" idx="3"/>
          </p:nvPr>
        </p:nvSpPr>
        <p:spPr>
          <a:xfrm>
            <a:off x="540000" y="1491854"/>
            <a:ext cx="6750000" cy="181200"/>
          </a:xfrm>
          <a:prstGeom prst="rect">
            <a:avLst/>
          </a:prstGeom>
          <a:noFill/>
          <a:ln>
            <a:noFill/>
          </a:ln>
        </p:spPr>
        <p:txBody>
          <a:bodyPr spcFirstLastPara="1" wrap="square" lIns="68575" tIns="34275" rIns="68575" bIns="34275" anchor="t" anchorCtr="0">
            <a:normAutofit/>
          </a:bodyPr>
          <a:lstStyle>
            <a:lvl1pPr marL="457200" marR="0" lvl="0" indent="-228600" algn="l">
              <a:lnSpc>
                <a:spcPct val="130000"/>
              </a:lnSpc>
              <a:spcBef>
                <a:spcPts val="800"/>
              </a:spcBef>
              <a:spcAft>
                <a:spcPts val="0"/>
              </a:spcAft>
              <a:buClr>
                <a:srgbClr val="050505"/>
              </a:buClr>
              <a:buSzPts val="900"/>
              <a:buFont typeface="Arial"/>
              <a:buNone/>
              <a:defRPr sz="900" b="0" i="0" u="none" strike="noStrike" cap="none">
                <a:solidFill>
                  <a:srgbClr val="050505"/>
                </a:solidFill>
                <a:latin typeface="Roboto"/>
                <a:ea typeface="Roboto"/>
                <a:cs typeface="Roboto"/>
                <a:sym typeface="Roboto"/>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606"/>
        <p:cNvGrpSpPr/>
        <p:nvPr/>
      </p:nvGrpSpPr>
      <p:grpSpPr>
        <a:xfrm>
          <a:off x="0" y="0"/>
          <a:ext cx="0" cy="0"/>
          <a:chOff x="0" y="0"/>
          <a:chExt cx="0" cy="0"/>
        </a:xfrm>
      </p:grpSpPr>
      <p:sp>
        <p:nvSpPr>
          <p:cNvPr id="607" name="Google Shape;607;p104"/>
          <p:cNvSpPr/>
          <p:nvPr/>
        </p:nvSpPr>
        <p:spPr>
          <a:xfrm>
            <a:off x="0" y="-3050"/>
            <a:ext cx="9144000" cy="5143500"/>
          </a:xfrm>
          <a:prstGeom prst="rect">
            <a:avLst/>
          </a:prstGeom>
          <a:solidFill>
            <a:srgbClr val="58ADC5"/>
          </a:solidFill>
          <a:ln w="38100" cap="flat" cmpd="sng">
            <a:solidFill>
              <a:srgbClr val="58ADC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8" name="Google Shape;608;p104"/>
          <p:cNvGrpSpPr/>
          <p:nvPr/>
        </p:nvGrpSpPr>
        <p:grpSpPr>
          <a:xfrm>
            <a:off x="8638982" y="104318"/>
            <a:ext cx="401181" cy="515668"/>
            <a:chOff x="-1" y="-1"/>
            <a:chExt cx="1210200" cy="1615500"/>
          </a:xfrm>
        </p:grpSpPr>
        <p:sp>
          <p:nvSpPr>
            <p:cNvPr id="609" name="Google Shape;609;p104"/>
            <p:cNvSpPr/>
            <p:nvPr/>
          </p:nvSpPr>
          <p:spPr>
            <a:xfrm>
              <a:off x="-1" y="-1"/>
              <a:ext cx="1210200" cy="1615500"/>
            </a:xfrm>
            <a:prstGeom prst="rect">
              <a:avLst/>
            </a:prstGeom>
            <a:solidFill>
              <a:srgbClr val="FFFFFF"/>
            </a:solidFill>
            <a:ln>
              <a:noFill/>
            </a:ln>
            <a:effectLst>
              <a:outerShdw blurRad="63500" dist="25400" dir="5400000" rotWithShape="0">
                <a:srgbClr val="000000">
                  <a:alpha val="49020"/>
                </a:srgbClr>
              </a:outerShdw>
            </a:effectLst>
          </p:spPr>
          <p:txBody>
            <a:bodyPr spcFirstLastPara="1" wrap="square" lIns="26775" tIns="26775" rIns="26775" bIns="26775" anchor="ctr" anchorCtr="0">
              <a:noAutofit/>
            </a:bodyPr>
            <a:lstStyle/>
            <a:p>
              <a:pPr marL="0" marR="0" lvl="0" indent="0" algn="l"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Arial"/>
                <a:ea typeface="Arial"/>
                <a:cs typeface="Arial"/>
                <a:sym typeface="Arial"/>
              </a:endParaRPr>
            </a:p>
          </p:txBody>
        </p:sp>
        <p:pic>
          <p:nvPicPr>
            <p:cNvPr id="610" name="Google Shape;610;p104" descr="Grafik 7"/>
            <p:cNvPicPr preferRelativeResize="0"/>
            <p:nvPr/>
          </p:nvPicPr>
          <p:blipFill rotWithShape="1">
            <a:blip r:embed="rId2">
              <a:alphaModFix/>
            </a:blip>
            <a:srcRect/>
            <a:stretch/>
          </p:blipFill>
          <p:spPr>
            <a:xfrm>
              <a:off x="99038" y="85734"/>
              <a:ext cx="1012047" cy="1444010"/>
            </a:xfrm>
            <a:prstGeom prst="rect">
              <a:avLst/>
            </a:prstGeom>
            <a:noFill/>
            <a:ln>
              <a:noFill/>
            </a:ln>
          </p:spPr>
        </p:pic>
      </p:gr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611"/>
        <p:cNvGrpSpPr/>
        <p:nvPr/>
      </p:nvGrpSpPr>
      <p:grpSpPr>
        <a:xfrm>
          <a:off x="0" y="0"/>
          <a:ext cx="0" cy="0"/>
          <a:chOff x="0" y="0"/>
          <a:chExt cx="0" cy="0"/>
        </a:xfrm>
      </p:grpSpPr>
      <p:sp>
        <p:nvSpPr>
          <p:cNvPr id="612" name="Google Shape;612;p105"/>
          <p:cNvSpPr txBox="1">
            <a:spLocks noGrp="1"/>
          </p:cNvSpPr>
          <p:nvPr>
            <p:ph type="title"/>
          </p:nvPr>
        </p:nvSpPr>
        <p:spPr>
          <a:xfrm>
            <a:off x="457200" y="205978"/>
            <a:ext cx="8229600" cy="857400"/>
          </a:xfrm>
          <a:prstGeom prst="rect">
            <a:avLst/>
          </a:prstGeom>
          <a:noFill/>
          <a:ln>
            <a:noFill/>
          </a:ln>
        </p:spPr>
        <p:txBody>
          <a:bodyPr spcFirstLastPara="1" wrap="square" lIns="79125" tIns="79125" rIns="79125" bIns="79125" anchor="ctr" anchorCtr="0">
            <a:normAutofit/>
          </a:bodyPr>
          <a:lstStyle>
            <a:lvl1pPr marR="0" lvl="0" algn="ctr">
              <a:lnSpc>
                <a:spcPct val="100000"/>
              </a:lnSpc>
              <a:spcBef>
                <a:spcPts val="0"/>
              </a:spcBef>
              <a:spcAft>
                <a:spcPts val="0"/>
              </a:spcAft>
              <a:buClr>
                <a:schemeClr val="dk1"/>
              </a:buClr>
              <a:buSzPts val="1200"/>
              <a:buFont typeface="Calibri"/>
              <a:buNone/>
              <a:defRPr sz="38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200"/>
              <a:buFont typeface="Arial"/>
              <a:buNone/>
              <a:defRPr sz="1600"/>
            </a:lvl2pPr>
            <a:lvl3pPr lvl="2" algn="l">
              <a:lnSpc>
                <a:spcPct val="100000"/>
              </a:lnSpc>
              <a:spcBef>
                <a:spcPts val="0"/>
              </a:spcBef>
              <a:spcAft>
                <a:spcPts val="0"/>
              </a:spcAft>
              <a:buSzPts val="1200"/>
              <a:buFont typeface="Arial"/>
              <a:buNone/>
              <a:defRPr sz="1600"/>
            </a:lvl3pPr>
            <a:lvl4pPr lvl="3" algn="l">
              <a:lnSpc>
                <a:spcPct val="100000"/>
              </a:lnSpc>
              <a:spcBef>
                <a:spcPts val="0"/>
              </a:spcBef>
              <a:spcAft>
                <a:spcPts val="0"/>
              </a:spcAft>
              <a:buSzPts val="1200"/>
              <a:buFont typeface="Arial"/>
              <a:buNone/>
              <a:defRPr sz="1600"/>
            </a:lvl4pPr>
            <a:lvl5pPr lvl="4" algn="l">
              <a:lnSpc>
                <a:spcPct val="100000"/>
              </a:lnSpc>
              <a:spcBef>
                <a:spcPts val="0"/>
              </a:spcBef>
              <a:spcAft>
                <a:spcPts val="0"/>
              </a:spcAft>
              <a:buSzPts val="1200"/>
              <a:buFont typeface="Arial"/>
              <a:buNone/>
              <a:defRPr sz="1600"/>
            </a:lvl5pPr>
            <a:lvl6pPr lvl="5" algn="l">
              <a:lnSpc>
                <a:spcPct val="100000"/>
              </a:lnSpc>
              <a:spcBef>
                <a:spcPts val="0"/>
              </a:spcBef>
              <a:spcAft>
                <a:spcPts val="0"/>
              </a:spcAft>
              <a:buSzPts val="1200"/>
              <a:buFont typeface="Arial"/>
              <a:buNone/>
              <a:defRPr sz="1600"/>
            </a:lvl6pPr>
            <a:lvl7pPr lvl="6" algn="l">
              <a:lnSpc>
                <a:spcPct val="100000"/>
              </a:lnSpc>
              <a:spcBef>
                <a:spcPts val="0"/>
              </a:spcBef>
              <a:spcAft>
                <a:spcPts val="0"/>
              </a:spcAft>
              <a:buSzPts val="1200"/>
              <a:buFont typeface="Arial"/>
              <a:buNone/>
              <a:defRPr sz="1600"/>
            </a:lvl7pPr>
            <a:lvl8pPr lvl="7" algn="l">
              <a:lnSpc>
                <a:spcPct val="100000"/>
              </a:lnSpc>
              <a:spcBef>
                <a:spcPts val="0"/>
              </a:spcBef>
              <a:spcAft>
                <a:spcPts val="0"/>
              </a:spcAft>
              <a:buSzPts val="1200"/>
              <a:buFont typeface="Arial"/>
              <a:buNone/>
              <a:defRPr sz="1600"/>
            </a:lvl8pPr>
            <a:lvl9pPr lvl="8" algn="l">
              <a:lnSpc>
                <a:spcPct val="100000"/>
              </a:lnSpc>
              <a:spcBef>
                <a:spcPts val="0"/>
              </a:spcBef>
              <a:spcAft>
                <a:spcPts val="0"/>
              </a:spcAft>
              <a:buSzPts val="1200"/>
              <a:buFont typeface="Arial"/>
              <a:buNone/>
              <a:defRPr sz="1600"/>
            </a:lvl9pPr>
          </a:lstStyle>
          <a:p>
            <a:endParaRPr/>
          </a:p>
        </p:txBody>
      </p:sp>
      <p:sp>
        <p:nvSpPr>
          <p:cNvPr id="613" name="Google Shape;613;p105"/>
          <p:cNvSpPr txBox="1">
            <a:spLocks noGrp="1"/>
          </p:cNvSpPr>
          <p:nvPr>
            <p:ph type="body" idx="1"/>
          </p:nvPr>
        </p:nvSpPr>
        <p:spPr>
          <a:xfrm>
            <a:off x="457200" y="1200151"/>
            <a:ext cx="8229600" cy="3394500"/>
          </a:xfrm>
          <a:prstGeom prst="rect">
            <a:avLst/>
          </a:prstGeom>
          <a:noFill/>
          <a:ln>
            <a:noFill/>
          </a:ln>
        </p:spPr>
        <p:txBody>
          <a:bodyPr spcFirstLastPara="1" wrap="square" lIns="79125" tIns="79125" rIns="79125" bIns="79125" anchor="t" anchorCtr="0">
            <a:normAutofit/>
          </a:bodyPr>
          <a:lstStyle>
            <a:lvl1pPr marL="457200" marR="0" lvl="0" indent="-406400" algn="l">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61950" algn="l">
              <a:lnSpc>
                <a:spcPct val="100000"/>
              </a:lnSpc>
              <a:spcBef>
                <a:spcPts val="4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3pPr>
            <a:lvl4pPr marL="1828800" marR="0" lvl="3"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4pPr>
            <a:lvl5pPr marL="2286000" marR="0" lvl="4"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5pPr>
            <a:lvl6pPr marL="2743200" marR="0" lvl="5"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6pPr>
            <a:lvl7pPr marL="3200400" marR="0" lvl="6"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7pPr>
            <a:lvl8pPr marL="3657600" marR="0" lvl="7"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8pPr>
            <a:lvl9pPr marL="4114800" marR="0" lvl="8" indent="-336550" algn="l">
              <a:lnSpc>
                <a:spcPct val="100000"/>
              </a:lnSpc>
              <a:spcBef>
                <a:spcPts val="300"/>
              </a:spcBef>
              <a:spcAft>
                <a:spcPts val="0"/>
              </a:spcAft>
              <a:buClr>
                <a:schemeClr val="dk1"/>
              </a:buClr>
              <a:buSzPts val="1700"/>
              <a:buFont typeface="Arial"/>
              <a:buChar char="•"/>
              <a:defRPr sz="1700" b="0" i="0" u="none" strike="noStrike" cap="none">
                <a:solidFill>
                  <a:schemeClr val="dk1"/>
                </a:solidFill>
                <a:latin typeface="Calibri"/>
                <a:ea typeface="Calibri"/>
                <a:cs typeface="Calibri"/>
                <a:sym typeface="Calibri"/>
              </a:defRPr>
            </a:lvl9pPr>
          </a:lstStyle>
          <a:p>
            <a:endParaRPr/>
          </a:p>
        </p:txBody>
      </p:sp>
      <p:sp>
        <p:nvSpPr>
          <p:cNvPr id="614" name="Google Shape;614;p105"/>
          <p:cNvSpPr txBox="1">
            <a:spLocks noGrp="1"/>
          </p:cNvSpPr>
          <p:nvPr>
            <p:ph type="dt" idx="10"/>
          </p:nvPr>
        </p:nvSpPr>
        <p:spPr>
          <a:xfrm>
            <a:off x="457201" y="4767263"/>
            <a:ext cx="2133600" cy="273900"/>
          </a:xfrm>
          <a:prstGeom prst="rect">
            <a:avLst/>
          </a:prstGeom>
          <a:noFill/>
          <a:ln>
            <a:noFill/>
          </a:ln>
        </p:spPr>
        <p:txBody>
          <a:bodyPr spcFirstLastPara="1" wrap="square" lIns="79125" tIns="79125" rIns="79125" bIns="79125" anchor="ctr" anchorCtr="0">
            <a:noAutofit/>
          </a:bodyPr>
          <a:lstStyle>
            <a:lvl1pPr marR="0" lvl="0" algn="l">
              <a:lnSpc>
                <a:spcPct val="100000"/>
              </a:lnSpc>
              <a:spcBef>
                <a:spcPts val="0"/>
              </a:spcBef>
              <a:spcAft>
                <a:spcPts val="0"/>
              </a:spcAft>
              <a:buClr>
                <a:srgbClr val="888888"/>
              </a:buClr>
              <a:buSzPts val="1200"/>
              <a:buFont typeface="Calibri"/>
              <a:buNone/>
              <a:defRPr sz="10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9pPr>
          </a:lstStyle>
          <a:p>
            <a:endParaRPr/>
          </a:p>
        </p:txBody>
      </p:sp>
      <p:sp>
        <p:nvSpPr>
          <p:cNvPr id="615" name="Google Shape;615;p105"/>
          <p:cNvSpPr txBox="1">
            <a:spLocks noGrp="1"/>
          </p:cNvSpPr>
          <p:nvPr>
            <p:ph type="ftr" idx="11"/>
          </p:nvPr>
        </p:nvSpPr>
        <p:spPr>
          <a:xfrm>
            <a:off x="3124200" y="4767263"/>
            <a:ext cx="2895600" cy="273900"/>
          </a:xfrm>
          <a:prstGeom prst="rect">
            <a:avLst/>
          </a:prstGeom>
          <a:noFill/>
          <a:ln>
            <a:noFill/>
          </a:ln>
        </p:spPr>
        <p:txBody>
          <a:bodyPr spcFirstLastPara="1" wrap="square" lIns="79125" tIns="79125" rIns="79125" bIns="79125" anchor="ctr" anchorCtr="0">
            <a:noAutofit/>
          </a:bodyPr>
          <a:lstStyle>
            <a:lvl1pPr marR="0" lvl="0" algn="ctr">
              <a:lnSpc>
                <a:spcPct val="100000"/>
              </a:lnSpc>
              <a:spcBef>
                <a:spcPts val="0"/>
              </a:spcBef>
              <a:spcAft>
                <a:spcPts val="0"/>
              </a:spcAft>
              <a:buClr>
                <a:srgbClr val="888888"/>
              </a:buClr>
              <a:buSzPts val="1200"/>
              <a:buFont typeface="Calibri"/>
              <a:buNone/>
              <a:defRPr sz="10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chemeClr val="dk1"/>
              </a:buClr>
              <a:buSzPts val="1200"/>
              <a:buFont typeface="Calibri"/>
              <a:buNone/>
              <a:defRPr sz="1600" b="0" i="0" u="none" strike="noStrike" cap="none">
                <a:solidFill>
                  <a:schemeClr val="dk1"/>
                </a:solidFill>
                <a:latin typeface="Calibri"/>
                <a:ea typeface="Calibri"/>
                <a:cs typeface="Calibri"/>
                <a:sym typeface="Calibri"/>
              </a:defRPr>
            </a:lvl9pPr>
          </a:lstStyle>
          <a:p>
            <a:endParaRPr/>
          </a:p>
        </p:txBody>
      </p:sp>
      <p:sp>
        <p:nvSpPr>
          <p:cNvPr id="616" name="Google Shape;616;p105"/>
          <p:cNvSpPr txBox="1">
            <a:spLocks noGrp="1"/>
          </p:cNvSpPr>
          <p:nvPr>
            <p:ph type="sldNum" idx="12"/>
          </p:nvPr>
        </p:nvSpPr>
        <p:spPr>
          <a:xfrm>
            <a:off x="6553201" y="4767263"/>
            <a:ext cx="2133600" cy="273900"/>
          </a:xfrm>
          <a:prstGeom prst="rect">
            <a:avLst/>
          </a:prstGeom>
          <a:noFill/>
          <a:ln>
            <a:noFill/>
          </a:ln>
        </p:spPr>
        <p:txBody>
          <a:bodyPr spcFirstLastPara="1" wrap="square" lIns="79125" tIns="39550" rIns="79125" bIns="39550" anchor="ctr" anchorCtr="0">
            <a:normAutofit/>
          </a:bodyPr>
          <a:lstStyle>
            <a:lvl1pPr marL="0" marR="0" lvl="0"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000"/>
              <a:buFont typeface="Calibri"/>
              <a:buNone/>
              <a:defRPr sz="10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617"/>
        <p:cNvGrpSpPr/>
        <p:nvPr/>
      </p:nvGrpSpPr>
      <p:grpSpPr>
        <a:xfrm>
          <a:off x="0" y="0"/>
          <a:ext cx="0" cy="0"/>
          <a:chOff x="0" y="0"/>
          <a:chExt cx="0" cy="0"/>
        </a:xfrm>
      </p:grpSpPr>
      <p:sp>
        <p:nvSpPr>
          <p:cNvPr id="618" name="Google Shape;618;p106"/>
          <p:cNvSpPr txBox="1">
            <a:spLocks noGrp="1"/>
          </p:cNvSpPr>
          <p:nvPr>
            <p:ph type="title"/>
          </p:nvPr>
        </p:nvSpPr>
        <p:spPr>
          <a:xfrm>
            <a:off x="628650" y="273844"/>
            <a:ext cx="7886700" cy="994200"/>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700"/>
              <a:buNone/>
              <a:defRPr/>
            </a:lvl1pPr>
            <a:lvl2pPr lvl="1" algn="l">
              <a:lnSpc>
                <a:spcPct val="90000"/>
              </a:lnSpc>
              <a:spcBef>
                <a:spcPts val="0"/>
              </a:spcBef>
              <a:spcAft>
                <a:spcPts val="0"/>
              </a:spcAft>
              <a:buClr>
                <a:srgbClr val="000000"/>
              </a:buClr>
              <a:buSzPts val="700"/>
              <a:buNone/>
              <a:defRPr/>
            </a:lvl2pPr>
            <a:lvl3pPr lvl="2" algn="l">
              <a:lnSpc>
                <a:spcPct val="90000"/>
              </a:lnSpc>
              <a:spcBef>
                <a:spcPts val="0"/>
              </a:spcBef>
              <a:spcAft>
                <a:spcPts val="0"/>
              </a:spcAft>
              <a:buClr>
                <a:srgbClr val="000000"/>
              </a:buClr>
              <a:buSzPts val="700"/>
              <a:buNone/>
              <a:defRPr/>
            </a:lvl3pPr>
            <a:lvl4pPr lvl="3" algn="l">
              <a:lnSpc>
                <a:spcPct val="90000"/>
              </a:lnSpc>
              <a:spcBef>
                <a:spcPts val="0"/>
              </a:spcBef>
              <a:spcAft>
                <a:spcPts val="0"/>
              </a:spcAft>
              <a:buClr>
                <a:srgbClr val="000000"/>
              </a:buClr>
              <a:buSzPts val="700"/>
              <a:buNone/>
              <a:defRPr/>
            </a:lvl4pPr>
            <a:lvl5pPr lvl="4" algn="l">
              <a:lnSpc>
                <a:spcPct val="90000"/>
              </a:lnSpc>
              <a:spcBef>
                <a:spcPts val="0"/>
              </a:spcBef>
              <a:spcAft>
                <a:spcPts val="0"/>
              </a:spcAft>
              <a:buClr>
                <a:srgbClr val="000000"/>
              </a:buClr>
              <a:buSzPts val="700"/>
              <a:buNone/>
              <a:defRPr/>
            </a:lvl5pPr>
            <a:lvl6pPr lvl="5" algn="l">
              <a:lnSpc>
                <a:spcPct val="90000"/>
              </a:lnSpc>
              <a:spcBef>
                <a:spcPts val="0"/>
              </a:spcBef>
              <a:spcAft>
                <a:spcPts val="0"/>
              </a:spcAft>
              <a:buClr>
                <a:srgbClr val="000000"/>
              </a:buClr>
              <a:buSzPts val="700"/>
              <a:buNone/>
              <a:defRPr/>
            </a:lvl6pPr>
            <a:lvl7pPr lvl="6" algn="l">
              <a:lnSpc>
                <a:spcPct val="90000"/>
              </a:lnSpc>
              <a:spcBef>
                <a:spcPts val="0"/>
              </a:spcBef>
              <a:spcAft>
                <a:spcPts val="0"/>
              </a:spcAft>
              <a:buClr>
                <a:srgbClr val="000000"/>
              </a:buClr>
              <a:buSzPts val="700"/>
              <a:buNone/>
              <a:defRPr/>
            </a:lvl7pPr>
            <a:lvl8pPr lvl="7" algn="l">
              <a:lnSpc>
                <a:spcPct val="90000"/>
              </a:lnSpc>
              <a:spcBef>
                <a:spcPts val="0"/>
              </a:spcBef>
              <a:spcAft>
                <a:spcPts val="0"/>
              </a:spcAft>
              <a:buClr>
                <a:srgbClr val="000000"/>
              </a:buClr>
              <a:buSzPts val="700"/>
              <a:buNone/>
              <a:defRPr/>
            </a:lvl8pPr>
            <a:lvl9pPr lvl="8" algn="l">
              <a:lnSpc>
                <a:spcPct val="90000"/>
              </a:lnSpc>
              <a:spcBef>
                <a:spcPts val="0"/>
              </a:spcBef>
              <a:spcAft>
                <a:spcPts val="0"/>
              </a:spcAft>
              <a:buClr>
                <a:srgbClr val="000000"/>
              </a:buClr>
              <a:buSzPts val="700"/>
              <a:buNone/>
              <a:defRPr/>
            </a:lvl9pPr>
          </a:lstStyle>
          <a:p>
            <a:endParaRPr/>
          </a:p>
        </p:txBody>
      </p:sp>
      <p:sp>
        <p:nvSpPr>
          <p:cNvPr id="619" name="Google Shape;619;p106"/>
          <p:cNvSpPr txBox="1">
            <a:spLocks noGrp="1"/>
          </p:cNvSpPr>
          <p:nvPr>
            <p:ph type="body" idx="1"/>
          </p:nvPr>
        </p:nvSpPr>
        <p:spPr>
          <a:xfrm>
            <a:off x="628650" y="1369219"/>
            <a:ext cx="7886700" cy="3263400"/>
          </a:xfrm>
          <a:prstGeom prst="rect">
            <a:avLst/>
          </a:prstGeom>
          <a:noFill/>
          <a:ln>
            <a:noFill/>
          </a:ln>
        </p:spPr>
        <p:txBody>
          <a:bodyPr spcFirstLastPara="1" wrap="square" lIns="34275" tIns="34275" rIns="34275" bIns="34275" anchor="t" anchorCtr="0">
            <a:normAutofit/>
          </a:bodyPr>
          <a:lstStyle>
            <a:lvl1pPr marL="457200" lvl="0" indent="-273050" algn="l">
              <a:lnSpc>
                <a:spcPct val="90000"/>
              </a:lnSpc>
              <a:spcBef>
                <a:spcPts val="800"/>
              </a:spcBef>
              <a:spcAft>
                <a:spcPts val="0"/>
              </a:spcAft>
              <a:buClr>
                <a:srgbClr val="000000"/>
              </a:buClr>
              <a:buSzPts val="700"/>
              <a:buChar char="●"/>
              <a:defRPr/>
            </a:lvl1pPr>
            <a:lvl2pPr marL="914400" lvl="1" indent="-273050" algn="l">
              <a:lnSpc>
                <a:spcPct val="90000"/>
              </a:lnSpc>
              <a:spcBef>
                <a:spcPts val="800"/>
              </a:spcBef>
              <a:spcAft>
                <a:spcPts val="0"/>
              </a:spcAft>
              <a:buClr>
                <a:srgbClr val="000000"/>
              </a:buClr>
              <a:buSzPts val="700"/>
              <a:buChar char="○"/>
              <a:defRPr/>
            </a:lvl2pPr>
            <a:lvl3pPr marL="1371600" lvl="2" indent="-273050" algn="l">
              <a:lnSpc>
                <a:spcPct val="90000"/>
              </a:lnSpc>
              <a:spcBef>
                <a:spcPts val="800"/>
              </a:spcBef>
              <a:spcAft>
                <a:spcPts val="0"/>
              </a:spcAft>
              <a:buClr>
                <a:srgbClr val="000000"/>
              </a:buClr>
              <a:buSzPts val="700"/>
              <a:buChar char="■"/>
              <a:defRPr/>
            </a:lvl3pPr>
            <a:lvl4pPr marL="1828800" lvl="3" indent="-273050" algn="l">
              <a:lnSpc>
                <a:spcPct val="90000"/>
              </a:lnSpc>
              <a:spcBef>
                <a:spcPts val="800"/>
              </a:spcBef>
              <a:spcAft>
                <a:spcPts val="0"/>
              </a:spcAft>
              <a:buClr>
                <a:srgbClr val="000000"/>
              </a:buClr>
              <a:buSzPts val="700"/>
              <a:buChar char="●"/>
              <a:defRPr/>
            </a:lvl4pPr>
            <a:lvl5pPr marL="2286000" lvl="4" indent="-273050" algn="l">
              <a:lnSpc>
                <a:spcPct val="90000"/>
              </a:lnSpc>
              <a:spcBef>
                <a:spcPts val="800"/>
              </a:spcBef>
              <a:spcAft>
                <a:spcPts val="0"/>
              </a:spcAft>
              <a:buClr>
                <a:srgbClr val="000000"/>
              </a:buClr>
              <a:buSzPts val="700"/>
              <a:buChar char="○"/>
              <a:defRPr/>
            </a:lvl5pPr>
            <a:lvl6pPr marL="2743200" lvl="5" indent="-273050" algn="l">
              <a:lnSpc>
                <a:spcPct val="90000"/>
              </a:lnSpc>
              <a:spcBef>
                <a:spcPts val="800"/>
              </a:spcBef>
              <a:spcAft>
                <a:spcPts val="0"/>
              </a:spcAft>
              <a:buClr>
                <a:srgbClr val="000000"/>
              </a:buClr>
              <a:buSzPts val="700"/>
              <a:buChar char="■"/>
              <a:defRPr/>
            </a:lvl6pPr>
            <a:lvl7pPr marL="3200400" lvl="6" indent="-273050" algn="l">
              <a:lnSpc>
                <a:spcPct val="90000"/>
              </a:lnSpc>
              <a:spcBef>
                <a:spcPts val="800"/>
              </a:spcBef>
              <a:spcAft>
                <a:spcPts val="0"/>
              </a:spcAft>
              <a:buClr>
                <a:srgbClr val="000000"/>
              </a:buClr>
              <a:buSzPts val="700"/>
              <a:buChar char="●"/>
              <a:defRPr/>
            </a:lvl7pPr>
            <a:lvl8pPr marL="3657600" lvl="7" indent="-273050" algn="l">
              <a:lnSpc>
                <a:spcPct val="90000"/>
              </a:lnSpc>
              <a:spcBef>
                <a:spcPts val="800"/>
              </a:spcBef>
              <a:spcAft>
                <a:spcPts val="0"/>
              </a:spcAft>
              <a:buClr>
                <a:srgbClr val="000000"/>
              </a:buClr>
              <a:buSzPts val="700"/>
              <a:buChar char="○"/>
              <a:defRPr/>
            </a:lvl8pPr>
            <a:lvl9pPr marL="4114800" lvl="8" indent="-273050" algn="l">
              <a:lnSpc>
                <a:spcPct val="90000"/>
              </a:lnSpc>
              <a:spcBef>
                <a:spcPts val="800"/>
              </a:spcBef>
              <a:spcAft>
                <a:spcPts val="0"/>
              </a:spcAft>
              <a:buClr>
                <a:srgbClr val="000000"/>
              </a:buClr>
              <a:buSzPts val="700"/>
              <a:buChar char="■"/>
              <a:defRPr/>
            </a:lvl9pPr>
          </a:lstStyle>
          <a:p>
            <a:endParaRPr/>
          </a:p>
        </p:txBody>
      </p:sp>
      <p:sp>
        <p:nvSpPr>
          <p:cNvPr id="620" name="Google Shape;620;p106"/>
          <p:cNvSpPr txBox="1">
            <a:spLocks noGrp="1"/>
          </p:cNvSpPr>
          <p:nvPr>
            <p:ph type="sldNum" idx="12"/>
          </p:nvPr>
        </p:nvSpPr>
        <p:spPr>
          <a:xfrm>
            <a:off x="8322127" y="4803219"/>
            <a:ext cx="193200" cy="201900"/>
          </a:xfrm>
          <a:prstGeom prst="rect">
            <a:avLst/>
          </a:prstGeom>
          <a:noFill/>
          <a:ln>
            <a:noFill/>
          </a:ln>
        </p:spPr>
        <p:txBody>
          <a:bodyPr spcFirstLastPara="1" wrap="square" lIns="34275" tIns="34275" rIns="34275" bIns="34275" anchor="ctr" anchorCtr="0">
            <a:normAutofit lnSpcReduction="10000"/>
          </a:bodyPr>
          <a:lstStyle>
            <a:lvl1pPr marL="0" marR="0" lvl="0"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900"/>
              <a:buFont typeface="Calibri"/>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sz="800">
              <a:solidFill>
                <a:schemeClr val="dk2"/>
              </a:solidFill>
              <a:latin typeface="Assistant"/>
              <a:ea typeface="Assistant"/>
              <a:cs typeface="Assistant"/>
              <a:sym typeface="Assistant"/>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matchingName="Default 1">
  <p:cSld name="TITLE_AND_BODY_9">
    <p:spTree>
      <p:nvGrpSpPr>
        <p:cNvPr id="1" name="Shape 621"/>
        <p:cNvGrpSpPr/>
        <p:nvPr/>
      </p:nvGrpSpPr>
      <p:grpSpPr>
        <a:xfrm>
          <a:off x="0" y="0"/>
          <a:ext cx="0" cy="0"/>
          <a:chOff x="0" y="0"/>
          <a:chExt cx="0" cy="0"/>
        </a:xfrm>
      </p:grpSpPr>
      <p:sp>
        <p:nvSpPr>
          <p:cNvPr id="622" name="Google Shape;622;p107"/>
          <p:cNvSpPr txBox="1">
            <a:spLocks noGrp="1"/>
          </p:cNvSpPr>
          <p:nvPr>
            <p:ph type="sldNum" idx="12"/>
          </p:nvPr>
        </p:nvSpPr>
        <p:spPr>
          <a:xfrm>
            <a:off x="8588391" y="4721996"/>
            <a:ext cx="180900" cy="174600"/>
          </a:xfrm>
          <a:prstGeom prst="rect">
            <a:avLst/>
          </a:prstGeom>
          <a:noFill/>
          <a:ln>
            <a:noFill/>
          </a:ln>
        </p:spPr>
        <p:txBody>
          <a:bodyPr spcFirstLastPara="1" wrap="square" lIns="45725" tIns="45725" rIns="45725" bIns="45725" anchor="ctr" anchorCtr="0">
            <a:normAutofit lnSpcReduction="10000"/>
          </a:bodyPr>
          <a:lstStyle>
            <a:lvl1pPr marL="0" marR="0" lvl="0"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600"/>
              <a:buFont typeface="Arial"/>
              <a:buNone/>
              <a:defRPr sz="6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4"/>
        <p:cNvGrpSpPr/>
        <p:nvPr/>
      </p:nvGrpSpPr>
      <p:grpSpPr>
        <a:xfrm>
          <a:off x="0" y="0"/>
          <a:ext cx="0" cy="0"/>
          <a:chOff x="0" y="0"/>
          <a:chExt cx="0" cy="0"/>
        </a:xfrm>
      </p:grpSpPr>
      <p:sp>
        <p:nvSpPr>
          <p:cNvPr id="635" name="Google Shape;635;p1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642"/>
        <p:cNvGrpSpPr/>
        <p:nvPr/>
      </p:nvGrpSpPr>
      <p:grpSpPr>
        <a:xfrm>
          <a:off x="0" y="0"/>
          <a:ext cx="0" cy="0"/>
          <a:chOff x="0" y="0"/>
          <a:chExt cx="0" cy="0"/>
        </a:xfrm>
      </p:grpSpPr>
      <p:sp>
        <p:nvSpPr>
          <p:cNvPr id="643" name="Google Shape;643;p114"/>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644" name="Google Shape;644;p114"/>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645" name="Google Shape;645;p114"/>
          <p:cNvSpPr txBox="1">
            <a:spLocks noGrp="1"/>
          </p:cNvSpPr>
          <p:nvPr>
            <p:ph type="title"/>
          </p:nvPr>
        </p:nvSpPr>
        <p:spPr>
          <a:xfrm>
            <a:off x="311700" y="539725"/>
            <a:ext cx="8520600" cy="1282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646" name="Google Shape;646;p1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47"/>
        <p:cNvGrpSpPr/>
        <p:nvPr/>
      </p:nvGrpSpPr>
      <p:grpSpPr>
        <a:xfrm>
          <a:off x="0" y="0"/>
          <a:ext cx="0" cy="0"/>
          <a:chOff x="0" y="0"/>
          <a:chExt cx="0" cy="0"/>
        </a:xfrm>
      </p:grpSpPr>
      <p:sp>
        <p:nvSpPr>
          <p:cNvPr id="648" name="Google Shape;648;p115"/>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49" name="Google Shape;649;p115"/>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650" name="Google Shape;650;p115"/>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651" name="Google Shape;651;p115"/>
          <p:cNvSpPr txBox="1">
            <a:spLocks noGrp="1"/>
          </p:cNvSpPr>
          <p:nvPr>
            <p:ph type="title"/>
          </p:nvPr>
        </p:nvSpPr>
        <p:spPr>
          <a:xfrm>
            <a:off x="311725" y="500925"/>
            <a:ext cx="3706500" cy="2508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52" name="Google Shape;652;p115"/>
          <p:cNvSpPr txBox="1">
            <a:spLocks noGrp="1"/>
          </p:cNvSpPr>
          <p:nvPr>
            <p:ph type="body" idx="1"/>
          </p:nvPr>
        </p:nvSpPr>
        <p:spPr>
          <a:xfrm>
            <a:off x="4644675" y="500925"/>
            <a:ext cx="4166400" cy="4098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53" name="Google Shape;653;p1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4"/>
        <p:cNvGrpSpPr/>
        <p:nvPr/>
      </p:nvGrpSpPr>
      <p:grpSpPr>
        <a:xfrm>
          <a:off x="0" y="0"/>
          <a:ext cx="0" cy="0"/>
          <a:chOff x="0" y="0"/>
          <a:chExt cx="0" cy="0"/>
        </a:xfrm>
      </p:grpSpPr>
      <p:sp>
        <p:nvSpPr>
          <p:cNvPr id="655" name="Google Shape;655;p11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56" name="Google Shape;656;p116"/>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57" name="Google Shape;657;p116"/>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58" name="Google Shape;658;p116"/>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59" name="Google Shape;659;p1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60"/>
        <p:cNvGrpSpPr/>
        <p:nvPr/>
      </p:nvGrpSpPr>
      <p:grpSpPr>
        <a:xfrm>
          <a:off x="0" y="0"/>
          <a:ext cx="0" cy="0"/>
          <a:chOff x="0" y="0"/>
          <a:chExt cx="0" cy="0"/>
        </a:xfrm>
      </p:grpSpPr>
      <p:sp>
        <p:nvSpPr>
          <p:cNvPr id="661" name="Google Shape;661;p117"/>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62" name="Google Shape;662;p117"/>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63" name="Google Shape;663;p1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64"/>
        <p:cNvGrpSpPr/>
        <p:nvPr/>
      </p:nvGrpSpPr>
      <p:grpSpPr>
        <a:xfrm>
          <a:off x="0" y="0"/>
          <a:ext cx="0" cy="0"/>
          <a:chOff x="0" y="0"/>
          <a:chExt cx="0" cy="0"/>
        </a:xfrm>
      </p:grpSpPr>
      <p:sp>
        <p:nvSpPr>
          <p:cNvPr id="665" name="Google Shape;665;p118"/>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66" name="Google Shape;666;p118"/>
          <p:cNvSpPr txBox="1">
            <a:spLocks noGrp="1"/>
          </p:cNvSpPr>
          <p:nvPr>
            <p:ph type="title"/>
          </p:nvPr>
        </p:nvSpPr>
        <p:spPr>
          <a:xfrm>
            <a:off x="311725" y="500925"/>
            <a:ext cx="3127500" cy="18291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67" name="Google Shape;667;p118"/>
          <p:cNvSpPr txBox="1">
            <a:spLocks noGrp="1"/>
          </p:cNvSpPr>
          <p:nvPr>
            <p:ph type="body" idx="1"/>
          </p:nvPr>
        </p:nvSpPr>
        <p:spPr>
          <a:xfrm>
            <a:off x="311700" y="2390650"/>
            <a:ext cx="3127500" cy="22980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0"/>
              </a:spcBef>
              <a:spcAft>
                <a:spcPts val="0"/>
              </a:spcAft>
              <a:buClr>
                <a:schemeClr val="accent2"/>
              </a:buClr>
              <a:buSzPts val="1100"/>
              <a:buChar char="○"/>
              <a:defRPr>
                <a:solidFill>
                  <a:schemeClr val="accent2"/>
                </a:solidFill>
              </a:defRPr>
            </a:lvl2pPr>
            <a:lvl3pPr marL="1371600" lvl="2" indent="-298450" algn="l">
              <a:lnSpc>
                <a:spcPct val="115000"/>
              </a:lnSpc>
              <a:spcBef>
                <a:spcPts val="0"/>
              </a:spcBef>
              <a:spcAft>
                <a:spcPts val="0"/>
              </a:spcAft>
              <a:buClr>
                <a:schemeClr val="accent2"/>
              </a:buClr>
              <a:buSzPts val="1100"/>
              <a:buChar char="■"/>
              <a:defRPr>
                <a:solidFill>
                  <a:schemeClr val="accent2"/>
                </a:solidFill>
              </a:defRPr>
            </a:lvl3pPr>
            <a:lvl4pPr marL="1828800" lvl="3" indent="-298450" algn="l">
              <a:lnSpc>
                <a:spcPct val="115000"/>
              </a:lnSpc>
              <a:spcBef>
                <a:spcPts val="0"/>
              </a:spcBef>
              <a:spcAft>
                <a:spcPts val="0"/>
              </a:spcAft>
              <a:buClr>
                <a:schemeClr val="accent2"/>
              </a:buClr>
              <a:buSzPts val="1100"/>
              <a:buChar char="●"/>
              <a:defRPr>
                <a:solidFill>
                  <a:schemeClr val="accent2"/>
                </a:solidFill>
              </a:defRPr>
            </a:lvl4pPr>
            <a:lvl5pPr marL="2286000" lvl="4" indent="-298450" algn="l">
              <a:lnSpc>
                <a:spcPct val="115000"/>
              </a:lnSpc>
              <a:spcBef>
                <a:spcPts val="0"/>
              </a:spcBef>
              <a:spcAft>
                <a:spcPts val="0"/>
              </a:spcAft>
              <a:buClr>
                <a:schemeClr val="accent2"/>
              </a:buClr>
              <a:buSzPts val="1100"/>
              <a:buChar char="○"/>
              <a:defRPr>
                <a:solidFill>
                  <a:schemeClr val="accent2"/>
                </a:solidFill>
              </a:defRPr>
            </a:lvl5pPr>
            <a:lvl6pPr marL="2743200" lvl="5" indent="-298450" algn="l">
              <a:lnSpc>
                <a:spcPct val="115000"/>
              </a:lnSpc>
              <a:spcBef>
                <a:spcPts val="0"/>
              </a:spcBef>
              <a:spcAft>
                <a:spcPts val="0"/>
              </a:spcAft>
              <a:buClr>
                <a:schemeClr val="accent2"/>
              </a:buClr>
              <a:buSzPts val="1100"/>
              <a:buChar char="■"/>
              <a:defRPr>
                <a:solidFill>
                  <a:schemeClr val="accent2"/>
                </a:solidFill>
              </a:defRPr>
            </a:lvl6pPr>
            <a:lvl7pPr marL="3200400" lvl="6" indent="-298450" algn="l">
              <a:lnSpc>
                <a:spcPct val="115000"/>
              </a:lnSpc>
              <a:spcBef>
                <a:spcPts val="0"/>
              </a:spcBef>
              <a:spcAft>
                <a:spcPts val="0"/>
              </a:spcAft>
              <a:buClr>
                <a:schemeClr val="accent2"/>
              </a:buClr>
              <a:buSzPts val="1100"/>
              <a:buChar char="●"/>
              <a:defRPr>
                <a:solidFill>
                  <a:schemeClr val="accent2"/>
                </a:solidFill>
              </a:defRPr>
            </a:lvl7pPr>
            <a:lvl8pPr marL="3657600" lvl="7" indent="-298450" algn="l">
              <a:lnSpc>
                <a:spcPct val="115000"/>
              </a:lnSpc>
              <a:spcBef>
                <a:spcPts val="0"/>
              </a:spcBef>
              <a:spcAft>
                <a:spcPts val="0"/>
              </a:spcAft>
              <a:buClr>
                <a:schemeClr val="accent2"/>
              </a:buClr>
              <a:buSzPts val="1100"/>
              <a:buChar char="○"/>
              <a:defRPr>
                <a:solidFill>
                  <a:schemeClr val="accent2"/>
                </a:solidFill>
              </a:defRPr>
            </a:lvl8pPr>
            <a:lvl9pPr marL="4114800" lvl="8" indent="-298450" algn="l">
              <a:lnSpc>
                <a:spcPct val="115000"/>
              </a:lnSpc>
              <a:spcBef>
                <a:spcPts val="0"/>
              </a:spcBef>
              <a:spcAft>
                <a:spcPts val="0"/>
              </a:spcAft>
              <a:buClr>
                <a:schemeClr val="accent2"/>
              </a:buClr>
              <a:buSzPts val="1100"/>
              <a:buChar char="■"/>
              <a:defRPr>
                <a:solidFill>
                  <a:schemeClr val="accent2"/>
                </a:solidFill>
              </a:defRPr>
            </a:lvl9pPr>
          </a:lstStyle>
          <a:p>
            <a:endParaRPr/>
          </a:p>
        </p:txBody>
      </p:sp>
      <p:sp>
        <p:nvSpPr>
          <p:cNvPr id="668" name="Google Shape;668;p1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69"/>
        <p:cNvGrpSpPr/>
        <p:nvPr/>
      </p:nvGrpSpPr>
      <p:grpSpPr>
        <a:xfrm>
          <a:off x="0" y="0"/>
          <a:ext cx="0" cy="0"/>
          <a:chOff x="0" y="0"/>
          <a:chExt cx="0" cy="0"/>
        </a:xfrm>
      </p:grpSpPr>
      <p:sp>
        <p:nvSpPr>
          <p:cNvPr id="670" name="Google Shape;670;p119"/>
          <p:cNvSpPr txBox="1">
            <a:spLocks noGrp="1"/>
          </p:cNvSpPr>
          <p:nvPr>
            <p:ph type="title"/>
          </p:nvPr>
        </p:nvSpPr>
        <p:spPr>
          <a:xfrm>
            <a:off x="311675" y="798600"/>
            <a:ext cx="6247800" cy="35463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a:endParaRPr/>
          </a:p>
        </p:txBody>
      </p:sp>
      <p:sp>
        <p:nvSpPr>
          <p:cNvPr id="671" name="Google Shape;671;p1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72"/>
        <p:cNvGrpSpPr/>
        <p:nvPr/>
      </p:nvGrpSpPr>
      <p:grpSpPr>
        <a:xfrm>
          <a:off x="0" y="0"/>
          <a:ext cx="0" cy="0"/>
          <a:chOff x="0" y="0"/>
          <a:chExt cx="0" cy="0"/>
        </a:xfrm>
      </p:grpSpPr>
      <p:sp>
        <p:nvSpPr>
          <p:cNvPr id="673" name="Google Shape;673;p120"/>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74" name="Google Shape;674;p120"/>
          <p:cNvSpPr txBox="1">
            <a:spLocks noGrp="1"/>
          </p:cNvSpPr>
          <p:nvPr>
            <p:ph type="title"/>
          </p:nvPr>
        </p:nvSpPr>
        <p:spPr>
          <a:xfrm>
            <a:off x="311300" y="500925"/>
            <a:ext cx="3704400" cy="204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a:endParaRPr/>
          </a:p>
        </p:txBody>
      </p:sp>
      <p:sp>
        <p:nvSpPr>
          <p:cNvPr id="675" name="Google Shape;675;p120"/>
          <p:cNvSpPr txBox="1">
            <a:spLocks noGrp="1"/>
          </p:cNvSpPr>
          <p:nvPr>
            <p:ph type="subTitle" idx="1"/>
          </p:nvPr>
        </p:nvSpPr>
        <p:spPr>
          <a:xfrm>
            <a:off x="304800" y="2626725"/>
            <a:ext cx="3704400" cy="926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676" name="Google Shape;676;p120"/>
          <p:cNvSpPr txBox="1">
            <a:spLocks noGrp="1"/>
          </p:cNvSpPr>
          <p:nvPr>
            <p:ph type="body" idx="2"/>
          </p:nvPr>
        </p:nvSpPr>
        <p:spPr>
          <a:xfrm>
            <a:off x="4879025" y="500925"/>
            <a:ext cx="3954000" cy="4111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77" name="Google Shape;677;p1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78"/>
        <p:cNvGrpSpPr/>
        <p:nvPr/>
      </p:nvGrpSpPr>
      <p:grpSpPr>
        <a:xfrm>
          <a:off x="0" y="0"/>
          <a:ext cx="0" cy="0"/>
          <a:chOff x="0" y="0"/>
          <a:chExt cx="0" cy="0"/>
        </a:xfrm>
      </p:grpSpPr>
      <p:sp>
        <p:nvSpPr>
          <p:cNvPr id="679" name="Google Shape;679;p121"/>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680" name="Google Shape;680;p121"/>
          <p:cNvSpPr txBox="1">
            <a:spLocks noGrp="1"/>
          </p:cNvSpPr>
          <p:nvPr>
            <p:ph type="body" idx="1"/>
          </p:nvPr>
        </p:nvSpPr>
        <p:spPr>
          <a:xfrm>
            <a:off x="311700" y="4521400"/>
            <a:ext cx="7979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681" name="Google Shape;681;p1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682"/>
        <p:cNvGrpSpPr/>
        <p:nvPr/>
      </p:nvGrpSpPr>
      <p:grpSpPr>
        <a:xfrm>
          <a:off x="0" y="0"/>
          <a:ext cx="0" cy="0"/>
          <a:chOff x="0" y="0"/>
          <a:chExt cx="0" cy="0"/>
        </a:xfrm>
      </p:grpSpPr>
      <p:sp>
        <p:nvSpPr>
          <p:cNvPr id="683" name="Google Shape;683;p122"/>
          <p:cNvSpPr txBox="1">
            <a:spLocks noGrp="1"/>
          </p:cNvSpPr>
          <p:nvPr>
            <p:ph type="title" hasCustomPrompt="1"/>
          </p:nvPr>
        </p:nvSpPr>
        <p:spPr>
          <a:xfrm>
            <a:off x="311750" y="831175"/>
            <a:ext cx="5334900" cy="1244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684" name="Google Shape;684;p122"/>
          <p:cNvSpPr txBox="1">
            <a:spLocks noGrp="1"/>
          </p:cNvSpPr>
          <p:nvPr>
            <p:ph type="body" idx="1"/>
          </p:nvPr>
        </p:nvSpPr>
        <p:spPr>
          <a:xfrm>
            <a:off x="311700" y="2121425"/>
            <a:ext cx="5334900" cy="9426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accent2"/>
              </a:buClr>
              <a:buSzPts val="1300"/>
              <a:buChar char="●"/>
              <a:defRPr>
                <a:solidFill>
                  <a:schemeClr val="accent2"/>
                </a:solidFill>
              </a:defRPr>
            </a:lvl1pPr>
            <a:lvl2pPr marL="914400" lvl="1" indent="-298450" algn="l">
              <a:lnSpc>
                <a:spcPct val="115000"/>
              </a:lnSpc>
              <a:spcBef>
                <a:spcPts val="0"/>
              </a:spcBef>
              <a:spcAft>
                <a:spcPts val="0"/>
              </a:spcAft>
              <a:buClr>
                <a:schemeClr val="accent2"/>
              </a:buClr>
              <a:buSzPts val="1100"/>
              <a:buChar char="○"/>
              <a:defRPr>
                <a:solidFill>
                  <a:schemeClr val="accent2"/>
                </a:solidFill>
              </a:defRPr>
            </a:lvl2pPr>
            <a:lvl3pPr marL="1371600" lvl="2" indent="-298450" algn="l">
              <a:lnSpc>
                <a:spcPct val="115000"/>
              </a:lnSpc>
              <a:spcBef>
                <a:spcPts val="0"/>
              </a:spcBef>
              <a:spcAft>
                <a:spcPts val="0"/>
              </a:spcAft>
              <a:buClr>
                <a:schemeClr val="accent2"/>
              </a:buClr>
              <a:buSzPts val="1100"/>
              <a:buChar char="■"/>
              <a:defRPr>
                <a:solidFill>
                  <a:schemeClr val="accent2"/>
                </a:solidFill>
              </a:defRPr>
            </a:lvl3pPr>
            <a:lvl4pPr marL="1828800" lvl="3" indent="-298450" algn="l">
              <a:lnSpc>
                <a:spcPct val="115000"/>
              </a:lnSpc>
              <a:spcBef>
                <a:spcPts val="0"/>
              </a:spcBef>
              <a:spcAft>
                <a:spcPts val="0"/>
              </a:spcAft>
              <a:buClr>
                <a:schemeClr val="accent2"/>
              </a:buClr>
              <a:buSzPts val="1100"/>
              <a:buChar char="●"/>
              <a:defRPr>
                <a:solidFill>
                  <a:schemeClr val="accent2"/>
                </a:solidFill>
              </a:defRPr>
            </a:lvl4pPr>
            <a:lvl5pPr marL="2286000" lvl="4" indent="-298450" algn="l">
              <a:lnSpc>
                <a:spcPct val="115000"/>
              </a:lnSpc>
              <a:spcBef>
                <a:spcPts val="0"/>
              </a:spcBef>
              <a:spcAft>
                <a:spcPts val="0"/>
              </a:spcAft>
              <a:buClr>
                <a:schemeClr val="accent2"/>
              </a:buClr>
              <a:buSzPts val="1100"/>
              <a:buChar char="○"/>
              <a:defRPr>
                <a:solidFill>
                  <a:schemeClr val="accent2"/>
                </a:solidFill>
              </a:defRPr>
            </a:lvl5pPr>
            <a:lvl6pPr marL="2743200" lvl="5" indent="-298450" algn="l">
              <a:lnSpc>
                <a:spcPct val="115000"/>
              </a:lnSpc>
              <a:spcBef>
                <a:spcPts val="0"/>
              </a:spcBef>
              <a:spcAft>
                <a:spcPts val="0"/>
              </a:spcAft>
              <a:buClr>
                <a:schemeClr val="accent2"/>
              </a:buClr>
              <a:buSzPts val="1100"/>
              <a:buChar char="■"/>
              <a:defRPr>
                <a:solidFill>
                  <a:schemeClr val="accent2"/>
                </a:solidFill>
              </a:defRPr>
            </a:lvl6pPr>
            <a:lvl7pPr marL="3200400" lvl="6" indent="-298450" algn="l">
              <a:lnSpc>
                <a:spcPct val="115000"/>
              </a:lnSpc>
              <a:spcBef>
                <a:spcPts val="0"/>
              </a:spcBef>
              <a:spcAft>
                <a:spcPts val="0"/>
              </a:spcAft>
              <a:buClr>
                <a:schemeClr val="accent2"/>
              </a:buClr>
              <a:buSzPts val="1100"/>
              <a:buChar char="●"/>
              <a:defRPr>
                <a:solidFill>
                  <a:schemeClr val="accent2"/>
                </a:solidFill>
              </a:defRPr>
            </a:lvl7pPr>
            <a:lvl8pPr marL="3657600" lvl="7" indent="-298450" algn="l">
              <a:lnSpc>
                <a:spcPct val="115000"/>
              </a:lnSpc>
              <a:spcBef>
                <a:spcPts val="0"/>
              </a:spcBef>
              <a:spcAft>
                <a:spcPts val="0"/>
              </a:spcAft>
              <a:buClr>
                <a:schemeClr val="accent2"/>
              </a:buClr>
              <a:buSzPts val="1100"/>
              <a:buChar char="○"/>
              <a:defRPr>
                <a:solidFill>
                  <a:schemeClr val="accent2"/>
                </a:solidFill>
              </a:defRPr>
            </a:lvl8pPr>
            <a:lvl9pPr marL="4114800" lvl="8" indent="-298450" algn="l">
              <a:lnSpc>
                <a:spcPct val="115000"/>
              </a:lnSpc>
              <a:spcBef>
                <a:spcPts val="0"/>
              </a:spcBef>
              <a:spcAft>
                <a:spcPts val="0"/>
              </a:spcAft>
              <a:buClr>
                <a:schemeClr val="accent2"/>
              </a:buClr>
              <a:buSzPts val="1100"/>
              <a:buChar char="■"/>
              <a:defRPr>
                <a:solidFill>
                  <a:schemeClr val="accent2"/>
                </a:solidFill>
              </a:defRPr>
            </a:lvl9pPr>
          </a:lstStyle>
          <a:p>
            <a:endParaRPr/>
          </a:p>
        </p:txBody>
      </p:sp>
      <p:sp>
        <p:nvSpPr>
          <p:cNvPr id="685" name="Google Shape;685;p1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image" Target="../media/image1.png"/><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image" Target="../media/image1.png"/><Relationship Id="rId2" Type="http://schemas.openxmlformats.org/officeDocument/2006/relationships/slideLayout" Target="../slideLayouts/slideLayout37.xml"/><Relationship Id="rId16" Type="http://schemas.openxmlformats.org/officeDocument/2006/relationships/theme" Target="../theme/theme3.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image" Target="../media/image1.png"/><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theme" Target="../theme/theme4.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theme" Target="../theme/theme5.xml"/><Relationship Id="rId5" Type="http://schemas.openxmlformats.org/officeDocument/2006/relationships/slideLayout" Target="../slideLayouts/slideLayout77.xml"/><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2800"/>
              <a:buFont typeface="Assistant"/>
              <a:buNone/>
              <a:defRPr sz="2800" b="1">
                <a:solidFill>
                  <a:schemeClr val="dk1"/>
                </a:solidFill>
                <a:latin typeface="Assistant"/>
                <a:ea typeface="Assistant"/>
                <a:cs typeface="Assistant"/>
                <a:sym typeface="Assistan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Assistant"/>
              <a:buChar char="●"/>
              <a:defRPr sz="1800">
                <a:solidFill>
                  <a:schemeClr val="dk1"/>
                </a:solidFill>
                <a:latin typeface="Assistant"/>
                <a:ea typeface="Assistant"/>
                <a:cs typeface="Assistant"/>
                <a:sym typeface="Assistant"/>
              </a:defRPr>
            </a:lvl1pPr>
            <a:lvl2pPr marL="914400" lvl="1"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1000"/>
              </a:spcBef>
              <a:spcAft>
                <a:spcPts val="10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
        <p:nvSpPr>
          <p:cNvPr id="53" name="Google Shape;53;p1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lvl="0" algn="r">
              <a:buNone/>
              <a:defRPr sz="800">
                <a:solidFill>
                  <a:schemeClr val="dk2"/>
                </a:solidFill>
                <a:latin typeface="Assistant"/>
                <a:ea typeface="Assistant"/>
                <a:cs typeface="Assistant"/>
                <a:sym typeface="Assistant"/>
              </a:defRPr>
            </a:lvl1pPr>
            <a:lvl2pPr lvl="1" algn="r">
              <a:buNone/>
              <a:defRPr sz="800">
                <a:solidFill>
                  <a:schemeClr val="dk2"/>
                </a:solidFill>
                <a:latin typeface="Assistant"/>
                <a:ea typeface="Assistant"/>
                <a:cs typeface="Assistant"/>
                <a:sym typeface="Assistant"/>
              </a:defRPr>
            </a:lvl2pPr>
            <a:lvl3pPr lvl="2" algn="r">
              <a:buNone/>
              <a:defRPr sz="800">
                <a:solidFill>
                  <a:schemeClr val="dk2"/>
                </a:solidFill>
                <a:latin typeface="Assistant"/>
                <a:ea typeface="Assistant"/>
                <a:cs typeface="Assistant"/>
                <a:sym typeface="Assistant"/>
              </a:defRPr>
            </a:lvl3pPr>
            <a:lvl4pPr lvl="3" algn="r">
              <a:buNone/>
              <a:defRPr sz="800">
                <a:solidFill>
                  <a:schemeClr val="dk2"/>
                </a:solidFill>
                <a:latin typeface="Assistant"/>
                <a:ea typeface="Assistant"/>
                <a:cs typeface="Assistant"/>
                <a:sym typeface="Assistant"/>
              </a:defRPr>
            </a:lvl4pPr>
            <a:lvl5pPr lvl="4" algn="r">
              <a:buNone/>
              <a:defRPr sz="800">
                <a:solidFill>
                  <a:schemeClr val="dk2"/>
                </a:solidFill>
                <a:latin typeface="Assistant"/>
                <a:ea typeface="Assistant"/>
                <a:cs typeface="Assistant"/>
                <a:sym typeface="Assistant"/>
              </a:defRPr>
            </a:lvl5pPr>
            <a:lvl6pPr lvl="5" algn="r">
              <a:buNone/>
              <a:defRPr sz="800">
                <a:solidFill>
                  <a:schemeClr val="dk2"/>
                </a:solidFill>
                <a:latin typeface="Assistant"/>
                <a:ea typeface="Assistant"/>
                <a:cs typeface="Assistant"/>
                <a:sym typeface="Assistant"/>
              </a:defRPr>
            </a:lvl6pPr>
            <a:lvl7pPr lvl="6" algn="r">
              <a:buNone/>
              <a:defRPr sz="800">
                <a:solidFill>
                  <a:schemeClr val="dk2"/>
                </a:solidFill>
                <a:latin typeface="Assistant"/>
                <a:ea typeface="Assistant"/>
                <a:cs typeface="Assistant"/>
                <a:sym typeface="Assistant"/>
              </a:defRPr>
            </a:lvl7pPr>
            <a:lvl8pPr lvl="7" algn="r">
              <a:buNone/>
              <a:defRPr sz="800">
                <a:solidFill>
                  <a:schemeClr val="dk2"/>
                </a:solidFill>
                <a:latin typeface="Assistant"/>
                <a:ea typeface="Assistant"/>
                <a:cs typeface="Assistant"/>
                <a:sym typeface="Assistant"/>
              </a:defRPr>
            </a:lvl8pPr>
            <a:lvl9pPr lvl="8" algn="r">
              <a:buNone/>
              <a:defRPr sz="800">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13"/>
          <p:cNvSpPr/>
          <p:nvPr/>
        </p:nvSpPr>
        <p:spPr>
          <a:xfrm>
            <a:off x="7157996" y="4762665"/>
            <a:ext cx="1308600" cy="274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 name="Google Shape;55;p13"/>
          <p:cNvGrpSpPr/>
          <p:nvPr/>
        </p:nvGrpSpPr>
        <p:grpSpPr>
          <a:xfrm>
            <a:off x="8458848" y="343116"/>
            <a:ext cx="381300" cy="576000"/>
            <a:chOff x="8458848" y="343116"/>
            <a:chExt cx="381300" cy="576000"/>
          </a:xfrm>
        </p:grpSpPr>
        <p:sp>
          <p:nvSpPr>
            <p:cNvPr id="56" name="Google Shape;56;p13"/>
            <p:cNvSpPr/>
            <p:nvPr/>
          </p:nvSpPr>
          <p:spPr>
            <a:xfrm>
              <a:off x="8458848" y="343116"/>
              <a:ext cx="3813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 name="Google Shape;57;p13"/>
            <p:cNvPicPr preferRelativeResize="0"/>
            <p:nvPr/>
          </p:nvPicPr>
          <p:blipFill rotWithShape="1">
            <a:blip r:embed="rId26">
              <a:alphaModFix/>
            </a:blip>
            <a:srcRect l="79" r="79"/>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49"/>
        <p:cNvGrpSpPr/>
        <p:nvPr/>
      </p:nvGrpSpPr>
      <p:grpSpPr>
        <a:xfrm>
          <a:off x="0" y="0"/>
          <a:ext cx="0" cy="0"/>
          <a:chOff x="0" y="0"/>
          <a:chExt cx="0" cy="0"/>
        </a:xfrm>
      </p:grpSpPr>
      <p:sp>
        <p:nvSpPr>
          <p:cNvPr id="350" name="Google Shape;350;p63"/>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marR="0" lvl="0" algn="l">
              <a:lnSpc>
                <a:spcPct val="100000"/>
              </a:lnSpc>
              <a:spcBef>
                <a:spcPts val="0"/>
              </a:spcBef>
              <a:spcAft>
                <a:spcPts val="0"/>
              </a:spcAft>
              <a:buClr>
                <a:schemeClr val="dk1"/>
              </a:buClr>
              <a:buSzPts val="2800"/>
              <a:buFont typeface="Assistant"/>
              <a:buNone/>
              <a:defRPr sz="2800" b="1" i="0" u="none" strike="noStrike" cap="none">
                <a:solidFill>
                  <a:schemeClr val="dk1"/>
                </a:solidFill>
                <a:latin typeface="Assistant"/>
                <a:ea typeface="Assistant"/>
                <a:cs typeface="Assistant"/>
                <a:sym typeface="Assistant"/>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351" name="Google Shape;351;p63"/>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1"/>
              </a:buClr>
              <a:buSzPts val="1800"/>
              <a:buFont typeface="Assistant"/>
              <a:buChar char="●"/>
              <a:defRPr sz="1800" b="0" i="0" u="none" strike="noStrike" cap="none">
                <a:solidFill>
                  <a:schemeClr val="dk1"/>
                </a:solidFill>
                <a:latin typeface="Assistant"/>
                <a:ea typeface="Assistant"/>
                <a:cs typeface="Assistant"/>
                <a:sym typeface="Assistant"/>
              </a:defRPr>
            </a:lvl1pPr>
            <a:lvl2pPr marL="914400" marR="0" lvl="1"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a:lnSpc>
                <a:spcPct val="115000"/>
              </a:lnSpc>
              <a:spcBef>
                <a:spcPts val="1000"/>
              </a:spcBef>
              <a:spcAft>
                <a:spcPts val="100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endParaRPr/>
          </a:p>
        </p:txBody>
      </p:sp>
      <p:sp>
        <p:nvSpPr>
          <p:cNvPr id="352" name="Google Shape;352;p6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353" name="Google Shape;353;p63"/>
          <p:cNvGrpSpPr/>
          <p:nvPr/>
        </p:nvGrpSpPr>
        <p:grpSpPr>
          <a:xfrm>
            <a:off x="8458848" y="343116"/>
            <a:ext cx="381300" cy="576000"/>
            <a:chOff x="8458848" y="343116"/>
            <a:chExt cx="381300" cy="576000"/>
          </a:xfrm>
        </p:grpSpPr>
        <p:sp>
          <p:nvSpPr>
            <p:cNvPr id="354" name="Google Shape;354;p63"/>
            <p:cNvSpPr/>
            <p:nvPr/>
          </p:nvSpPr>
          <p:spPr>
            <a:xfrm>
              <a:off x="8458848" y="343116"/>
              <a:ext cx="3813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55" name="Google Shape;355;p63"/>
            <p:cNvPicPr preferRelativeResize="0"/>
            <p:nvPr/>
          </p:nvPicPr>
          <p:blipFill rotWithShape="1">
            <a:blip r:embed="rId17">
              <a:alphaModFix/>
            </a:blip>
            <a:srcRect l="79" r="79"/>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709"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74"/>
        <p:cNvGrpSpPr/>
        <p:nvPr/>
      </p:nvGrpSpPr>
      <p:grpSpPr>
        <a:xfrm>
          <a:off x="0" y="0"/>
          <a:ext cx="0" cy="0"/>
          <a:chOff x="0" y="0"/>
          <a:chExt cx="0" cy="0"/>
        </a:xfrm>
      </p:grpSpPr>
      <p:sp>
        <p:nvSpPr>
          <p:cNvPr id="475" name="Google Shape;475;p83"/>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marR="0" lvl="0" algn="l">
              <a:lnSpc>
                <a:spcPct val="100000"/>
              </a:lnSpc>
              <a:spcBef>
                <a:spcPts val="0"/>
              </a:spcBef>
              <a:spcAft>
                <a:spcPts val="0"/>
              </a:spcAft>
              <a:buClr>
                <a:schemeClr val="dk1"/>
              </a:buClr>
              <a:buSzPts val="2800"/>
              <a:buFont typeface="Assistant"/>
              <a:buNone/>
              <a:defRPr sz="2800" b="1" i="0" u="none" strike="noStrike" cap="none">
                <a:solidFill>
                  <a:schemeClr val="dk1"/>
                </a:solidFill>
                <a:latin typeface="Assistant"/>
                <a:ea typeface="Assistant"/>
                <a:cs typeface="Assistant"/>
                <a:sym typeface="Assistant"/>
              </a:defRPr>
            </a:lvl1pPr>
            <a:lvl2pPr marR="0" lvl="1"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476" name="Google Shape;476;p83"/>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marR="0" lvl="0" indent="-342900" algn="l">
              <a:lnSpc>
                <a:spcPct val="115000"/>
              </a:lnSpc>
              <a:spcBef>
                <a:spcPts val="0"/>
              </a:spcBef>
              <a:spcAft>
                <a:spcPts val="0"/>
              </a:spcAft>
              <a:buClr>
                <a:schemeClr val="dk1"/>
              </a:buClr>
              <a:buSzPts val="1800"/>
              <a:buFont typeface="Assistant"/>
              <a:buChar char="●"/>
              <a:defRPr sz="1800" b="0" i="0" u="none" strike="noStrike" cap="none">
                <a:solidFill>
                  <a:schemeClr val="dk1"/>
                </a:solidFill>
                <a:latin typeface="Assistant"/>
                <a:ea typeface="Assistant"/>
                <a:cs typeface="Assistant"/>
                <a:sym typeface="Assistant"/>
              </a:defRPr>
            </a:lvl1pPr>
            <a:lvl2pPr marL="914400" marR="0" lvl="1"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a:lnSpc>
                <a:spcPct val="115000"/>
              </a:lnSpc>
              <a:spcBef>
                <a:spcPts val="10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a:lnSpc>
                <a:spcPct val="115000"/>
              </a:lnSpc>
              <a:spcBef>
                <a:spcPts val="1000"/>
              </a:spcBef>
              <a:spcAft>
                <a:spcPts val="100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endParaRPr/>
          </a:p>
        </p:txBody>
      </p:sp>
      <p:sp>
        <p:nvSpPr>
          <p:cNvPr id="477" name="Google Shape;477;p83"/>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marL="0" marR="0" lvl="0"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1pPr>
            <a:lvl2pPr marL="0" marR="0" lvl="1"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2pPr>
            <a:lvl3pPr marL="0" marR="0" lvl="2"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3pPr>
            <a:lvl4pPr marL="0" marR="0" lvl="3"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4pPr>
            <a:lvl5pPr marL="0" marR="0" lvl="4"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5pPr>
            <a:lvl6pPr marL="0" marR="0" lvl="5"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6pPr>
            <a:lvl7pPr marL="0" marR="0" lvl="6"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7pPr>
            <a:lvl8pPr marL="0" marR="0" lvl="7"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8pPr>
            <a:lvl9pPr marL="0" marR="0" lvl="8" indent="0" algn="r">
              <a:lnSpc>
                <a:spcPct val="100000"/>
              </a:lnSpc>
              <a:spcBef>
                <a:spcPts val="0"/>
              </a:spcBef>
              <a:spcAft>
                <a:spcPts val="0"/>
              </a:spcAft>
              <a:buClr>
                <a:srgbClr val="000000"/>
              </a:buClr>
              <a:buSzPts val="800"/>
              <a:buFont typeface="Arial"/>
              <a:buNone/>
              <a:defRPr sz="800" b="0" i="0" u="none" strike="noStrike" cap="none">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sp>
        <p:nvSpPr>
          <p:cNvPr id="478" name="Google Shape;478;p83"/>
          <p:cNvSpPr/>
          <p:nvPr/>
        </p:nvSpPr>
        <p:spPr>
          <a:xfrm>
            <a:off x="7157996" y="4762665"/>
            <a:ext cx="1308600" cy="274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79" name="Google Shape;479;p83"/>
          <p:cNvGrpSpPr/>
          <p:nvPr/>
        </p:nvGrpSpPr>
        <p:grpSpPr>
          <a:xfrm>
            <a:off x="8458848" y="343116"/>
            <a:ext cx="381300" cy="576000"/>
            <a:chOff x="8458848" y="343116"/>
            <a:chExt cx="381300" cy="576000"/>
          </a:xfrm>
        </p:grpSpPr>
        <p:sp>
          <p:nvSpPr>
            <p:cNvPr id="480" name="Google Shape;480;p83"/>
            <p:cNvSpPr/>
            <p:nvPr/>
          </p:nvSpPr>
          <p:spPr>
            <a:xfrm>
              <a:off x="8458848" y="343116"/>
              <a:ext cx="381300" cy="5760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81" name="Google Shape;481;p83"/>
            <p:cNvPicPr preferRelativeResize="0"/>
            <p:nvPr/>
          </p:nvPicPr>
          <p:blipFill rotWithShape="1">
            <a:blip r:embed="rId24">
              <a:alphaModFix/>
            </a:blip>
            <a:srcRect l="79" r="79"/>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49"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625"/>
        <p:cNvGrpSpPr/>
        <p:nvPr/>
      </p:nvGrpSpPr>
      <p:grpSpPr>
        <a:xfrm>
          <a:off x="0" y="0"/>
          <a:ext cx="0" cy="0"/>
          <a:chOff x="0" y="0"/>
          <a:chExt cx="0" cy="0"/>
        </a:xfrm>
      </p:grpSpPr>
      <p:sp>
        <p:nvSpPr>
          <p:cNvPr id="626" name="Google Shape;626;p1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1pPr>
            <a:lvl2pPr marR="0" lvl="1"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2pPr>
            <a:lvl3pPr marR="0" lvl="2"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3pPr>
            <a:lvl4pPr marR="0" lvl="3"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4pPr>
            <a:lvl5pPr marR="0" lvl="4"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5pPr>
            <a:lvl6pPr marR="0" lvl="5"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6pPr>
            <a:lvl7pPr marR="0" lvl="6"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7pPr>
            <a:lvl8pPr marR="0" lvl="7"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8pPr>
            <a:lvl9pPr marR="0" lvl="8" algn="l">
              <a:lnSpc>
                <a:spcPct val="100000"/>
              </a:lnSpc>
              <a:spcBef>
                <a:spcPts val="0"/>
              </a:spcBef>
              <a:spcAft>
                <a:spcPts val="0"/>
              </a:spcAft>
              <a:buClr>
                <a:schemeClr val="accent1"/>
              </a:buClr>
              <a:buSzPts val="2800"/>
              <a:buFont typeface="Merriweather"/>
              <a:buNone/>
              <a:defRPr sz="2800" b="0" i="0" u="none" strike="noStrike" cap="none">
                <a:solidFill>
                  <a:schemeClr val="accent1"/>
                </a:solidFill>
                <a:latin typeface="Merriweather"/>
                <a:ea typeface="Merriweather"/>
                <a:cs typeface="Merriweather"/>
                <a:sym typeface="Merriweather"/>
              </a:defRPr>
            </a:lvl9pPr>
          </a:lstStyle>
          <a:p>
            <a:endParaRPr/>
          </a:p>
        </p:txBody>
      </p:sp>
      <p:sp>
        <p:nvSpPr>
          <p:cNvPr id="627" name="Google Shape;627;p1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endParaRPr/>
          </a:p>
        </p:txBody>
      </p:sp>
      <p:sp>
        <p:nvSpPr>
          <p:cNvPr id="628" name="Google Shape;628;p1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52"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73.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7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hyperlink" Target="https://www.drivendata.org/competitions/7/pump-it-up-data-mining-the-water-table/" TargetMode="External"/><Relationship Id="rId2" Type="http://schemas.openxmlformats.org/officeDocument/2006/relationships/notesSlide" Target="../notesSlides/notesSlide11.xml"/><Relationship Id="rId1" Type="http://schemas.openxmlformats.org/officeDocument/2006/relationships/slideLayout" Target="../slideLayouts/slideLayout7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grpSp>
        <p:nvGrpSpPr>
          <p:cNvPr id="882" name="Google Shape;882;p143"/>
          <p:cNvGrpSpPr/>
          <p:nvPr/>
        </p:nvGrpSpPr>
        <p:grpSpPr>
          <a:xfrm>
            <a:off x="0" y="-18400"/>
            <a:ext cx="9197375" cy="5161900"/>
            <a:chOff x="0" y="-7000"/>
            <a:chExt cx="9197375" cy="5161900"/>
          </a:xfrm>
        </p:grpSpPr>
        <p:sp>
          <p:nvSpPr>
            <p:cNvPr id="883" name="Google Shape;883;p143"/>
            <p:cNvSpPr/>
            <p:nvPr/>
          </p:nvSpPr>
          <p:spPr>
            <a:xfrm>
              <a:off x="7000" y="-7000"/>
              <a:ext cx="9144000" cy="2559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143"/>
            <p:cNvSpPr/>
            <p:nvPr/>
          </p:nvSpPr>
          <p:spPr>
            <a:xfrm>
              <a:off x="0" y="0"/>
              <a:ext cx="219600" cy="51549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43"/>
            <p:cNvSpPr/>
            <p:nvPr/>
          </p:nvSpPr>
          <p:spPr>
            <a:xfrm>
              <a:off x="7000" y="4798125"/>
              <a:ext cx="9144000" cy="3567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43"/>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rgbClr val="58ADC5"/>
            </a:solidFill>
            <a:ln>
              <a:noFill/>
            </a:ln>
          </p:spPr>
        </p:sp>
        <p:sp>
          <p:nvSpPr>
            <p:cNvPr id="887" name="Google Shape;887;p143"/>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rgbClr val="FFFFFF"/>
                  </a:solidFill>
                  <a:latin typeface="Assistant"/>
                  <a:ea typeface="Assistant"/>
                  <a:cs typeface="Assistant"/>
                  <a:sym typeface="Assistant"/>
                </a:rPr>
                <a:t>We use tech to connect human potential and opportunity with dignity &amp; humility   </a:t>
              </a:r>
              <a:endParaRPr sz="1000" b="1">
                <a:solidFill>
                  <a:srgbClr val="FFFFFF"/>
                </a:solidFill>
                <a:latin typeface="Assistant"/>
                <a:ea typeface="Assistant"/>
                <a:cs typeface="Assistant"/>
                <a:sym typeface="Assistant"/>
              </a:endParaRPr>
            </a:p>
          </p:txBody>
        </p:sp>
        <p:sp>
          <p:nvSpPr>
            <p:cNvPr id="888" name="Google Shape;888;p143"/>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rgbClr val="EA5B25"/>
            </a:solidFill>
            <a:ln>
              <a:noFill/>
            </a:ln>
          </p:spPr>
        </p:sp>
        <p:sp>
          <p:nvSpPr>
            <p:cNvPr id="889" name="Google Shape;889;p143"/>
            <p:cNvSpPr/>
            <p:nvPr/>
          </p:nvSpPr>
          <p:spPr>
            <a:xfrm>
              <a:off x="8931400" y="0"/>
              <a:ext cx="219600" cy="51549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1" name="Google Shape;891;p143"/>
          <p:cNvSpPr/>
          <p:nvPr/>
        </p:nvSpPr>
        <p:spPr>
          <a:xfrm rot="-8099602">
            <a:off x="1548917" y="641715"/>
            <a:ext cx="3661399" cy="3715068"/>
          </a:xfrm>
          <a:prstGeom prst="rtTriangl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43"/>
          <p:cNvSpPr txBox="1"/>
          <p:nvPr/>
        </p:nvSpPr>
        <p:spPr>
          <a:xfrm>
            <a:off x="370425" y="1359625"/>
            <a:ext cx="4966200" cy="1776300"/>
          </a:xfrm>
          <a:prstGeom prst="rect">
            <a:avLst/>
          </a:prstGeom>
          <a:noFill/>
          <a:ln>
            <a:noFill/>
          </a:ln>
        </p:spPr>
        <p:txBody>
          <a:bodyPr spcFirstLastPara="1" wrap="square" lIns="91425" tIns="91425" rIns="91425" bIns="91425" anchor="b" anchorCtr="0">
            <a:noAutofit/>
          </a:bodyPr>
          <a:lstStyle/>
          <a:p>
            <a:pPr lvl="0">
              <a:buClr>
                <a:schemeClr val="dk1"/>
              </a:buClr>
              <a:buSzPts val="1100"/>
            </a:pPr>
            <a:r>
              <a:rPr lang="en-US" sz="5200" b="1" dirty="0">
                <a:solidFill>
                  <a:srgbClr val="58ADC5"/>
                </a:solidFill>
                <a:latin typeface="Assistant"/>
                <a:ea typeface="Assistant"/>
                <a:cs typeface="Assistant"/>
                <a:sym typeface="Assistant"/>
              </a:rPr>
              <a:t>Water Pump Functionality Prediction </a:t>
            </a:r>
          </a:p>
        </p:txBody>
      </p:sp>
      <p:grpSp>
        <p:nvGrpSpPr>
          <p:cNvPr id="893" name="Google Shape;893;p143"/>
          <p:cNvGrpSpPr/>
          <p:nvPr/>
        </p:nvGrpSpPr>
        <p:grpSpPr>
          <a:xfrm>
            <a:off x="0" y="-18400"/>
            <a:ext cx="9197375" cy="5161900"/>
            <a:chOff x="0" y="-7000"/>
            <a:chExt cx="9197375" cy="5161900"/>
          </a:xfrm>
        </p:grpSpPr>
        <p:sp>
          <p:nvSpPr>
            <p:cNvPr id="894" name="Google Shape;894;p143"/>
            <p:cNvSpPr/>
            <p:nvPr/>
          </p:nvSpPr>
          <p:spPr>
            <a:xfrm>
              <a:off x="7000" y="-7000"/>
              <a:ext cx="9144000" cy="2559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143"/>
            <p:cNvSpPr/>
            <p:nvPr/>
          </p:nvSpPr>
          <p:spPr>
            <a:xfrm>
              <a:off x="0" y="0"/>
              <a:ext cx="219600" cy="51549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143"/>
            <p:cNvSpPr/>
            <p:nvPr/>
          </p:nvSpPr>
          <p:spPr>
            <a:xfrm>
              <a:off x="7000" y="4798125"/>
              <a:ext cx="9144000" cy="3567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43"/>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rgbClr val="58ADC5"/>
            </a:solidFill>
            <a:ln>
              <a:noFill/>
            </a:ln>
          </p:spPr>
        </p:sp>
        <p:sp>
          <p:nvSpPr>
            <p:cNvPr id="898" name="Google Shape;898;p143"/>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endParaRPr sz="1000" b="1" dirty="0">
                <a:solidFill>
                  <a:srgbClr val="FFFFFF"/>
                </a:solidFill>
                <a:latin typeface="Assistant"/>
                <a:ea typeface="Assistant"/>
                <a:cs typeface="Assistant"/>
                <a:sym typeface="Assistant"/>
              </a:endParaRPr>
            </a:p>
          </p:txBody>
        </p:sp>
        <p:sp>
          <p:nvSpPr>
            <p:cNvPr id="899" name="Google Shape;899;p143"/>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rgbClr val="EA5B25"/>
            </a:solidFill>
            <a:ln>
              <a:noFill/>
            </a:ln>
          </p:spPr>
        </p:sp>
        <p:sp>
          <p:nvSpPr>
            <p:cNvPr id="900" name="Google Shape;900;p143"/>
            <p:cNvSpPr/>
            <p:nvPr/>
          </p:nvSpPr>
          <p:spPr>
            <a:xfrm>
              <a:off x="8931400" y="0"/>
              <a:ext cx="219600" cy="5154900"/>
            </a:xfrm>
            <a:prstGeom prst="rect">
              <a:avLst/>
            </a:prstGeom>
            <a:solidFill>
              <a:srgbClr val="58AD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1" name="Google Shape;901;p143"/>
          <p:cNvSpPr txBox="1"/>
          <p:nvPr/>
        </p:nvSpPr>
        <p:spPr>
          <a:xfrm>
            <a:off x="542176" y="3062491"/>
            <a:ext cx="4154100" cy="13542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5000" b="1" dirty="0" smtClean="0">
                <a:solidFill>
                  <a:srgbClr val="EA5B25"/>
                </a:solidFill>
                <a:latin typeface="Assistant"/>
                <a:ea typeface="Assistant"/>
                <a:cs typeface="Assistant"/>
                <a:sym typeface="Assistant"/>
              </a:rPr>
              <a:t>Winter</a:t>
            </a:r>
            <a:r>
              <a:rPr lang="en" sz="5000" b="1" dirty="0" smtClean="0">
                <a:solidFill>
                  <a:srgbClr val="EA5B25"/>
                </a:solidFill>
                <a:latin typeface="Assistant"/>
                <a:ea typeface="Assistant"/>
                <a:cs typeface="Assistant"/>
                <a:sym typeface="Assistant"/>
              </a:rPr>
              <a:t> 2025</a:t>
            </a:r>
            <a:endParaRPr sz="5000" b="1" dirty="0">
              <a:solidFill>
                <a:srgbClr val="EA5B25"/>
              </a:solidFill>
              <a:latin typeface="Assistant"/>
              <a:ea typeface="Assistant"/>
              <a:cs typeface="Assistant"/>
              <a:sym typeface="Assistan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4381" y="244500"/>
            <a:ext cx="3551950" cy="4037568"/>
          </a:xfrm>
          <a:prstGeom prst="rect">
            <a:avLst/>
          </a:prstGeom>
        </p:spPr>
      </p:pic>
      <p:sp>
        <p:nvSpPr>
          <p:cNvPr id="3" name="TextBox 2"/>
          <p:cNvSpPr txBox="1"/>
          <p:nvPr/>
        </p:nvSpPr>
        <p:spPr>
          <a:xfrm rot="18820313">
            <a:off x="6844762" y="3872534"/>
            <a:ext cx="2558904" cy="307777"/>
          </a:xfrm>
          <a:prstGeom prst="rect">
            <a:avLst/>
          </a:prstGeom>
          <a:noFill/>
        </p:spPr>
        <p:txBody>
          <a:bodyPr wrap="square" rtlCol="0">
            <a:spAutoFit/>
          </a:bodyPr>
          <a:lstStyle/>
          <a:p>
            <a:r>
              <a:rPr lang="en-GB" dirty="0" smtClean="0">
                <a:solidFill>
                  <a:schemeClr val="bg1"/>
                </a:solidFill>
              </a:rPr>
              <a:t>Assimagbe Albert Raphael</a:t>
            </a:r>
            <a:endParaRPr 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144"/>
          <p:cNvSpPr txBox="1">
            <a:spLocks noGrp="1"/>
          </p:cNvSpPr>
          <p:nvPr>
            <p:ph type="title"/>
          </p:nvPr>
        </p:nvSpPr>
        <p:spPr>
          <a:xfrm>
            <a:off x="271713" y="2652655"/>
            <a:ext cx="8520600" cy="1380369"/>
          </a:xfrm>
          <a:prstGeom prst="rect">
            <a:avLst/>
          </a:prstGeom>
        </p:spPr>
        <p:txBody>
          <a:bodyPr spcFirstLastPara="1" wrap="square" lIns="91425" tIns="91425" rIns="91425" bIns="91425" anchor="ctr" anchorCtr="0">
            <a:normAutofit/>
          </a:bodyPr>
          <a:lstStyle/>
          <a:p>
            <a:pPr lvl="0"/>
            <a:r>
              <a:rPr lang="en-GB" sz="2400" b="0" dirty="0" smtClean="0"/>
              <a:t>By </a:t>
            </a:r>
            <a:r>
              <a:rPr lang="en-GB" sz="2400" b="0" dirty="0"/>
              <a:t/>
            </a:r>
            <a:br>
              <a:rPr lang="en-GB" sz="2400" b="0" dirty="0"/>
            </a:br>
            <a:r>
              <a:rPr lang="en-GB" sz="2400" b="0" dirty="0"/>
              <a:t>Assimagbe Albert </a:t>
            </a:r>
            <a:r>
              <a:rPr lang="en-GB" sz="2400" b="0" dirty="0" smtClean="0"/>
              <a:t>Raphael</a:t>
            </a:r>
            <a:r>
              <a:rPr lang="en-GB" sz="2400" b="0" dirty="0"/>
              <a:t/>
            </a:r>
            <a:br>
              <a:rPr lang="en-GB" sz="2400" b="0" dirty="0"/>
            </a:br>
            <a:r>
              <a:rPr lang="en-GB" sz="2400" b="0" dirty="0"/>
              <a:t>📊 </a:t>
            </a:r>
            <a:r>
              <a:rPr lang="en-GB" sz="2400" b="0" dirty="0" smtClean="0"/>
              <a:t>Using </a:t>
            </a:r>
            <a:r>
              <a:rPr lang="en-GB" sz="2400" b="0" dirty="0"/>
              <a:t>data from </a:t>
            </a:r>
            <a:r>
              <a:rPr lang="en-GB" sz="2400" b="0" dirty="0" err="1"/>
              <a:t>Taarifa</a:t>
            </a:r>
            <a:r>
              <a:rPr lang="en-GB" sz="2400" b="0" dirty="0"/>
              <a:t> and the Tanzanian Ministry of Water</a:t>
            </a:r>
            <a:endParaRPr lang="en-GB" sz="2400" b="0" dirty="0"/>
          </a:p>
        </p:txBody>
      </p:sp>
      <p:sp>
        <p:nvSpPr>
          <p:cNvPr id="3" name="Rectangle 2"/>
          <p:cNvSpPr/>
          <p:nvPr/>
        </p:nvSpPr>
        <p:spPr>
          <a:xfrm>
            <a:off x="335993" y="757637"/>
            <a:ext cx="8392041" cy="1631216"/>
          </a:xfrm>
          <a:prstGeom prst="rect">
            <a:avLst/>
          </a:prstGeom>
        </p:spPr>
        <p:txBody>
          <a:bodyPr wrap="none">
            <a:spAutoFit/>
          </a:bodyPr>
          <a:lstStyle/>
          <a:p>
            <a:pPr algn="ctr"/>
            <a:r>
              <a:rPr lang="en-GB" sz="3600" b="1" dirty="0">
                <a:solidFill>
                  <a:schemeClr val="bg1"/>
                </a:solidFill>
              </a:rPr>
              <a:t>Water Pump Functionality </a:t>
            </a:r>
            <a:r>
              <a:rPr lang="en-GB" sz="3600" b="1" dirty="0" smtClean="0">
                <a:solidFill>
                  <a:schemeClr val="bg1"/>
                </a:solidFill>
              </a:rPr>
              <a:t>Prediction </a:t>
            </a:r>
          </a:p>
          <a:p>
            <a:pPr algn="ctr"/>
            <a:r>
              <a:rPr lang="en-GB" sz="3200" dirty="0" smtClean="0">
                <a:solidFill>
                  <a:schemeClr val="bg1"/>
                </a:solidFill>
              </a:rPr>
              <a:t>A </a:t>
            </a:r>
            <a:r>
              <a:rPr lang="en-GB" sz="3200" dirty="0">
                <a:solidFill>
                  <a:schemeClr val="bg1"/>
                </a:solidFill>
              </a:rPr>
              <a:t>Data-Driven Approach for </a:t>
            </a:r>
            <a:endParaRPr lang="en-GB" sz="3200" dirty="0" smtClean="0">
              <a:solidFill>
                <a:schemeClr val="bg1"/>
              </a:solidFill>
            </a:endParaRPr>
          </a:p>
          <a:p>
            <a:pPr algn="ctr"/>
            <a:r>
              <a:rPr lang="en-GB" sz="3200" dirty="0" smtClean="0">
                <a:solidFill>
                  <a:schemeClr val="bg1"/>
                </a:solidFill>
              </a:rPr>
              <a:t>Sustainable </a:t>
            </a:r>
            <a:r>
              <a:rPr lang="en-GB" sz="3200" dirty="0">
                <a:solidFill>
                  <a:schemeClr val="bg1"/>
                </a:solidFill>
              </a:rPr>
              <a:t>Water Infrastructure</a:t>
            </a:r>
            <a:endParaRPr lang="en-US" sz="3200" dirty="0">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7949944" y="4749900"/>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3</a:t>
            </a:fld>
            <a:r>
              <a:rPr lang="en" dirty="0" smtClean="0"/>
              <a:t>-12</a:t>
            </a:r>
            <a:endParaRPr dirty="0"/>
          </a:p>
        </p:txBody>
      </p:sp>
      <p:sp>
        <p:nvSpPr>
          <p:cNvPr id="1208" name="Google Shape;1208;p176"/>
          <p:cNvSpPr txBox="1">
            <a:spLocks noGrp="1"/>
          </p:cNvSpPr>
          <p:nvPr>
            <p:ph type="title" idx="4294967295"/>
          </p:nvPr>
        </p:nvSpPr>
        <p:spPr>
          <a:xfrm>
            <a:off x="330661" y="98006"/>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smtClean="0">
                <a:solidFill>
                  <a:srgbClr val="58ADC5"/>
                </a:solidFill>
                <a:latin typeface="Roboto"/>
                <a:ea typeface="Roboto"/>
                <a:cs typeface="Roboto"/>
                <a:sym typeface="Roboto"/>
              </a:rPr>
              <a:t>Introduction</a:t>
            </a:r>
            <a:endParaRPr b="1" dirty="0">
              <a:solidFill>
                <a:srgbClr val="58ADC5"/>
              </a:solidFill>
              <a:latin typeface="Roboto"/>
              <a:ea typeface="Roboto"/>
              <a:cs typeface="Roboto"/>
              <a:sym typeface="Roboto"/>
            </a:endParaRPr>
          </a:p>
        </p:txBody>
      </p:sp>
      <p:sp>
        <p:nvSpPr>
          <p:cNvPr id="4" name="Rectangle 3"/>
          <p:cNvSpPr/>
          <p:nvPr/>
        </p:nvSpPr>
        <p:spPr>
          <a:xfrm>
            <a:off x="212196" y="825049"/>
            <a:ext cx="8556381" cy="1169551"/>
          </a:xfrm>
          <a:prstGeom prst="rect">
            <a:avLst/>
          </a:prstGeom>
        </p:spPr>
        <p:txBody>
          <a:bodyPr wrap="square">
            <a:spAutoFit/>
          </a:bodyPr>
          <a:lstStyle/>
          <a:p>
            <a:pPr algn="just"/>
            <a:r>
              <a:rPr lang="en-GB" dirty="0">
                <a:latin typeface="Assistant" panose="020B0604020202020204" charset="-79"/>
                <a:cs typeface="Assistant" panose="020B0604020202020204" charset="-79"/>
              </a:rPr>
              <a:t>Access to clean and reliable water is critical for sustainable development. However, many rural water systems face frequent breakdowns due to poor maintenance and the absence of predictive monitoring systems. This project applies machine learning to predict water pump functionality, helping policymakers, NGOs, and local communities prioritize maintenance, reduce downtime, and improve service delivery.</a:t>
            </a:r>
          </a:p>
          <a:p>
            <a:pPr algn="just"/>
            <a:endParaRPr lang="en-GB" dirty="0">
              <a:latin typeface="Assistant" panose="020B0604020202020204" charset="-79"/>
              <a:cs typeface="Assistant" panose="020B0604020202020204" charset="-79"/>
            </a:endParaRPr>
          </a:p>
        </p:txBody>
      </p:sp>
      <p:sp>
        <p:nvSpPr>
          <p:cNvPr id="11" name="Google Shape;1211;p176"/>
          <p:cNvSpPr txBox="1">
            <a:spLocks/>
          </p:cNvSpPr>
          <p:nvPr/>
        </p:nvSpPr>
        <p:spPr>
          <a:xfrm>
            <a:off x="1989231" y="2948707"/>
            <a:ext cx="5284803" cy="15926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dk2"/>
              </a:buClr>
              <a:buSzPts val="1300"/>
              <a:buFont typeface="Roboto"/>
              <a:buChar char="●"/>
              <a:defRPr sz="1300" b="0" i="0" u="none" strike="noStrike" cap="none">
                <a:solidFill>
                  <a:schemeClr val="dk2"/>
                </a:solidFill>
                <a:latin typeface="Roboto"/>
                <a:ea typeface="Roboto"/>
                <a:cs typeface="Roboto"/>
                <a:sym typeface="Roboto"/>
              </a:defRPr>
            </a:lvl1pPr>
            <a:lvl2pPr marL="914400" marR="0" lvl="1"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2pPr>
            <a:lvl3pPr marL="1371600" marR="0" lvl="2"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3pPr>
            <a:lvl4pPr marL="1828800" marR="0" lvl="3"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4pPr>
            <a:lvl5pPr marL="2286000" marR="0" lvl="4"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5pPr>
            <a:lvl6pPr marL="2743200" marR="0" lvl="5"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6pPr>
            <a:lvl7pPr marL="3200400" marR="0" lvl="6"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7pPr>
            <a:lvl8pPr marL="3657600" marR="0" lvl="7"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8pPr>
            <a:lvl9pPr marL="4114800" marR="0" lvl="8" indent="-298450" algn="l" rtl="0">
              <a:lnSpc>
                <a:spcPct val="115000"/>
              </a:lnSpc>
              <a:spcBef>
                <a:spcPts val="0"/>
              </a:spcBef>
              <a:spcAft>
                <a:spcPts val="0"/>
              </a:spcAft>
              <a:buClr>
                <a:schemeClr val="dk2"/>
              </a:buClr>
              <a:buSzPts val="1100"/>
              <a:buFont typeface="Roboto"/>
              <a:buChar char="■"/>
              <a:defRPr sz="1100" b="0" i="0" u="none" strike="noStrike" cap="none">
                <a:solidFill>
                  <a:schemeClr val="dk2"/>
                </a:solidFill>
                <a:latin typeface="Roboto"/>
                <a:ea typeface="Roboto"/>
                <a:cs typeface="Roboto"/>
                <a:sym typeface="Roboto"/>
              </a:defRPr>
            </a:lvl9pPr>
          </a:lstStyle>
          <a:p>
            <a:pPr marL="685800" indent="0">
              <a:lnSpc>
                <a:spcPct val="200000"/>
              </a:lnSpc>
              <a:buNone/>
            </a:pPr>
            <a:r>
              <a:rPr lang="en-US" sz="1400" b="1" dirty="0">
                <a:solidFill>
                  <a:srgbClr val="58ADC5"/>
                </a:solidFill>
              </a:rPr>
              <a:t>Key Highlights</a:t>
            </a:r>
            <a:r>
              <a:rPr lang="en-US" sz="1400" b="1" dirty="0" smtClean="0">
                <a:solidFill>
                  <a:srgbClr val="58ADC5"/>
                </a:solidFill>
              </a:rPr>
              <a:t>:</a:t>
            </a:r>
          </a:p>
          <a:p>
            <a:pPr marL="285750" lvl="0" indent="-285750" algn="just">
              <a:lnSpc>
                <a:spcPct val="100000"/>
              </a:lnSpc>
              <a:buClr>
                <a:srgbClr val="000000"/>
              </a:buClr>
              <a:buSzTx/>
              <a:buFont typeface="Wingdings" panose="05000000000000000000" pitchFamily="2" charset="2"/>
              <a:buChar char="q"/>
            </a:pPr>
            <a:r>
              <a:rPr lang="en-GB" sz="1400" dirty="0">
                <a:solidFill>
                  <a:srgbClr val="000000"/>
                </a:solidFill>
                <a:latin typeface="Assistant" panose="020B0604020202020204" charset="-79"/>
                <a:cs typeface="Assistant" panose="020B0604020202020204" charset="-79"/>
                <a:sym typeface="Arial"/>
              </a:rPr>
              <a:t>Data-driven prediction of Pump Functionality.</a:t>
            </a:r>
          </a:p>
          <a:p>
            <a:pPr marL="285750" lvl="0" indent="-285750" algn="just">
              <a:lnSpc>
                <a:spcPct val="100000"/>
              </a:lnSpc>
              <a:buClr>
                <a:srgbClr val="000000"/>
              </a:buClr>
              <a:buSzTx/>
              <a:buFont typeface="Wingdings" panose="05000000000000000000" pitchFamily="2" charset="2"/>
              <a:buChar char="q"/>
            </a:pPr>
            <a:r>
              <a:rPr lang="en-GB" sz="1400" dirty="0">
                <a:solidFill>
                  <a:srgbClr val="000000"/>
                </a:solidFill>
                <a:latin typeface="Assistant" panose="020B0604020202020204" charset="-79"/>
                <a:cs typeface="Assistant" panose="020B0604020202020204" charset="-79"/>
                <a:sym typeface="Arial"/>
              </a:rPr>
              <a:t>Over 59,000 records </a:t>
            </a:r>
            <a:r>
              <a:rPr lang="en-GB" sz="1400" dirty="0" err="1">
                <a:solidFill>
                  <a:srgbClr val="000000"/>
                </a:solidFill>
                <a:latin typeface="Assistant" panose="020B0604020202020204" charset="-79"/>
                <a:cs typeface="Assistant" panose="020B0604020202020204" charset="-79"/>
                <a:sym typeface="Arial"/>
              </a:rPr>
              <a:t>analyzed</a:t>
            </a:r>
            <a:r>
              <a:rPr lang="en-GB" sz="1400" dirty="0">
                <a:solidFill>
                  <a:srgbClr val="000000"/>
                </a:solidFill>
                <a:latin typeface="Assistant" panose="020B0604020202020204" charset="-79"/>
                <a:cs typeface="Assistant" panose="020B0604020202020204" charset="-79"/>
                <a:sym typeface="Arial"/>
              </a:rPr>
              <a:t> from Tanzania.</a:t>
            </a:r>
          </a:p>
          <a:p>
            <a:pPr marL="285750" lvl="0" indent="-285750" algn="just">
              <a:lnSpc>
                <a:spcPct val="100000"/>
              </a:lnSpc>
              <a:buClr>
                <a:srgbClr val="000000"/>
              </a:buClr>
              <a:buSzTx/>
              <a:buFont typeface="Wingdings" panose="05000000000000000000" pitchFamily="2" charset="2"/>
              <a:buChar char="q"/>
            </a:pPr>
            <a:r>
              <a:rPr lang="en-GB" sz="1400" dirty="0">
                <a:solidFill>
                  <a:srgbClr val="000000"/>
                </a:solidFill>
                <a:latin typeface="Assistant" panose="020B0604020202020204" charset="-79"/>
                <a:cs typeface="Assistant" panose="020B0604020202020204" charset="-79"/>
                <a:sym typeface="Arial"/>
              </a:rPr>
              <a:t>Random Forest achieved over 80% accuracy and strong recall.</a:t>
            </a:r>
          </a:p>
          <a:p>
            <a:pPr marL="285750" lvl="0" indent="-285750" algn="just">
              <a:lnSpc>
                <a:spcPct val="100000"/>
              </a:lnSpc>
              <a:buClr>
                <a:srgbClr val="000000"/>
              </a:buClr>
              <a:buSzTx/>
              <a:buFont typeface="Wingdings" panose="05000000000000000000" pitchFamily="2" charset="2"/>
              <a:buChar char="q"/>
            </a:pPr>
            <a:r>
              <a:rPr lang="en-GB" sz="1400" dirty="0">
                <a:solidFill>
                  <a:srgbClr val="000000"/>
                </a:solidFill>
                <a:latin typeface="Assistant" panose="020B0604020202020204" charset="-79"/>
                <a:cs typeface="Assistant" panose="020B0604020202020204" charset="-79"/>
                <a:sym typeface="Arial"/>
              </a:rPr>
              <a:t>Supports proactive water infrastructure planning.</a:t>
            </a:r>
          </a:p>
          <a:p>
            <a:pPr marL="685800" indent="0">
              <a:lnSpc>
                <a:spcPct val="200000"/>
              </a:lnSpc>
              <a:buNone/>
            </a:pPr>
            <a:endParaRPr lang="en-US" sz="1400" b="1" dirty="0" smtClean="0">
              <a:solidFill>
                <a:srgbClr val="58ADC5"/>
              </a:solidFill>
            </a:endParaRPr>
          </a:p>
          <a:p>
            <a:pPr marL="685800" indent="0">
              <a:lnSpc>
                <a:spcPct val="200000"/>
              </a:lnSpc>
              <a:buNone/>
            </a:pPr>
            <a:endParaRPr lang="en-US" sz="1400" b="1" dirty="0">
              <a:solidFill>
                <a:srgbClr val="58ADC5"/>
              </a:solidFill>
            </a:endParaRPr>
          </a:p>
        </p:txBody>
      </p:sp>
      <p:sp>
        <p:nvSpPr>
          <p:cNvPr id="9" name="Rectangle 8"/>
          <p:cNvSpPr/>
          <p:nvPr/>
        </p:nvSpPr>
        <p:spPr>
          <a:xfrm>
            <a:off x="55847" y="4946700"/>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sp>
        <p:nvSpPr>
          <p:cNvPr id="14" name="Rectangle 13"/>
          <p:cNvSpPr/>
          <p:nvPr/>
        </p:nvSpPr>
        <p:spPr>
          <a:xfrm>
            <a:off x="5070088" y="1994600"/>
            <a:ext cx="4572000" cy="954107"/>
          </a:xfrm>
          <a:prstGeom prst="rect">
            <a:avLst/>
          </a:prstGeom>
        </p:spPr>
        <p:txBody>
          <a:bodyPr>
            <a:spAutoFit/>
          </a:bodyPr>
          <a:lstStyle/>
          <a:p>
            <a:pPr lvl="0"/>
            <a:r>
              <a:rPr lang="en-GB" b="1" dirty="0">
                <a:solidFill>
                  <a:srgbClr val="58ADC5"/>
                </a:solidFill>
                <a:latin typeface="Assistant" panose="020B0604020202020204" charset="-79"/>
                <a:cs typeface="Assistant" panose="020B0604020202020204" charset="-79"/>
              </a:rPr>
              <a:t>Objective: </a:t>
            </a:r>
          </a:p>
          <a:p>
            <a:pPr lvl="0"/>
            <a:endParaRPr lang="en-GB" b="1" dirty="0">
              <a:solidFill>
                <a:srgbClr val="58ADC5"/>
              </a:solidFill>
              <a:latin typeface="Assistant" panose="020B0604020202020204" charset="-79"/>
              <a:cs typeface="Assistant" panose="020B0604020202020204" charset="-79"/>
            </a:endParaRPr>
          </a:p>
          <a:p>
            <a:pPr marL="285750" lvl="0" indent="-285750">
              <a:buFont typeface="Wingdings" panose="05000000000000000000" pitchFamily="2" charset="2"/>
              <a:buChar char="q"/>
            </a:pPr>
            <a:r>
              <a:rPr lang="en-GB" dirty="0">
                <a:latin typeface="Assistant" panose="020B0604020202020204" charset="-79"/>
                <a:cs typeface="Assistant" panose="020B0604020202020204" charset="-79"/>
              </a:rPr>
              <a:t>Guide preventive maintenance </a:t>
            </a:r>
            <a:r>
              <a:rPr lang="en-GB" dirty="0" smtClean="0">
                <a:latin typeface="Assistant" panose="020B0604020202020204" charset="-79"/>
                <a:cs typeface="Assistant" panose="020B0604020202020204" charset="-79"/>
              </a:rPr>
              <a:t>and, </a:t>
            </a:r>
            <a:endParaRPr lang="en-GB" dirty="0">
              <a:latin typeface="Assistant" panose="020B0604020202020204" charset="-79"/>
              <a:cs typeface="Assistant" panose="020B0604020202020204" charset="-79"/>
            </a:endParaRPr>
          </a:p>
          <a:p>
            <a:pPr marL="285750" lvl="0" indent="-285750">
              <a:buFont typeface="Wingdings" panose="05000000000000000000" pitchFamily="2" charset="2"/>
              <a:buChar char="q"/>
            </a:pPr>
            <a:r>
              <a:rPr lang="en-GB" dirty="0">
                <a:latin typeface="Assistant" panose="020B0604020202020204" charset="-79"/>
                <a:cs typeface="Assistant" panose="020B0604020202020204" charset="-79"/>
              </a:rPr>
              <a:t>Inform policy to reduce downtime and costs.</a:t>
            </a:r>
            <a:endParaRPr lang="en-GB" dirty="0">
              <a:latin typeface="Assistant" panose="020B0604020202020204" charset="-79"/>
              <a:cs typeface="Assistant" panose="020B0604020202020204" charset="-79"/>
            </a:endParaRPr>
          </a:p>
        </p:txBody>
      </p:sp>
      <p:sp>
        <p:nvSpPr>
          <p:cNvPr id="16" name="Rectangle 15"/>
          <p:cNvSpPr/>
          <p:nvPr/>
        </p:nvSpPr>
        <p:spPr>
          <a:xfrm>
            <a:off x="286693" y="1994600"/>
            <a:ext cx="4344939" cy="1791260"/>
          </a:xfrm>
          <a:prstGeom prst="rect">
            <a:avLst/>
          </a:prstGeom>
        </p:spPr>
        <p:txBody>
          <a:bodyPr wrap="square">
            <a:spAutoFit/>
          </a:bodyPr>
          <a:lstStyle/>
          <a:p>
            <a:pPr marL="146050" lvl="0" algn="just">
              <a:lnSpc>
                <a:spcPct val="115000"/>
              </a:lnSpc>
              <a:buClr>
                <a:srgbClr val="666666"/>
              </a:buClr>
              <a:buSzPts val="1300"/>
            </a:pPr>
            <a:r>
              <a:rPr lang="en-GB" sz="1200" dirty="0">
                <a:solidFill>
                  <a:srgbClr val="58ADC5"/>
                </a:solidFill>
                <a:latin typeface="Roboto" panose="020B0604020202020204" charset="0"/>
                <a:ea typeface="Roboto" panose="020B0604020202020204" charset="0"/>
                <a:cs typeface="Assistant" panose="020B0604020202020204" charset="-79"/>
                <a:sym typeface="Roboto"/>
              </a:rPr>
              <a:t>This project leverages data science to build a predictive model that classifies water pumps into three categories</a:t>
            </a:r>
            <a:r>
              <a:rPr lang="en-GB" sz="1200" dirty="0" smtClean="0">
                <a:solidFill>
                  <a:srgbClr val="58ADC5"/>
                </a:solidFill>
                <a:latin typeface="Roboto" panose="020B0604020202020204" charset="0"/>
                <a:ea typeface="Roboto" panose="020B0604020202020204" charset="0"/>
                <a:cs typeface="Assistant" panose="020B0604020202020204" charset="-79"/>
                <a:sym typeface="Roboto"/>
              </a:rPr>
              <a:t>:</a:t>
            </a:r>
          </a:p>
          <a:p>
            <a:pPr marL="146050" lvl="0" algn="just">
              <a:lnSpc>
                <a:spcPct val="115000"/>
              </a:lnSpc>
              <a:buClr>
                <a:srgbClr val="666666"/>
              </a:buClr>
              <a:buSzPts val="1300"/>
            </a:pPr>
            <a:endParaRPr lang="en-GB" sz="1200" dirty="0">
              <a:solidFill>
                <a:srgbClr val="58ADC5"/>
              </a:solidFill>
              <a:latin typeface="Roboto" panose="020B0604020202020204" charset="0"/>
              <a:ea typeface="Roboto" panose="020B0604020202020204" charset="0"/>
              <a:cs typeface="Assistant" panose="020B0604020202020204" charset="-79"/>
              <a:sym typeface="Roboto"/>
            </a:endParaRPr>
          </a:p>
          <a:p>
            <a:pPr marL="317500" lvl="0" indent="-171450" algn="just">
              <a:lnSpc>
                <a:spcPct val="115000"/>
              </a:lnSpc>
              <a:buClr>
                <a:srgbClr val="666666"/>
              </a:buClr>
              <a:buSzPts val="1300"/>
              <a:buFont typeface="Wingdings" panose="05000000000000000000" pitchFamily="2" charset="2"/>
              <a:buChar char="q"/>
            </a:pPr>
            <a:r>
              <a:rPr lang="en-GB" sz="1200" dirty="0">
                <a:solidFill>
                  <a:schemeClr val="tx1"/>
                </a:solidFill>
                <a:latin typeface="Roboto" panose="020B0604020202020204" charset="0"/>
                <a:ea typeface="Roboto" panose="020B0604020202020204" charset="0"/>
                <a:cs typeface="Assistant" panose="020B0604020202020204" charset="-79"/>
                <a:sym typeface="Roboto"/>
              </a:rPr>
              <a:t>Functional</a:t>
            </a:r>
          </a:p>
          <a:p>
            <a:pPr marL="317500" lvl="0" indent="-171450" algn="just">
              <a:lnSpc>
                <a:spcPct val="115000"/>
              </a:lnSpc>
              <a:buClr>
                <a:srgbClr val="666666"/>
              </a:buClr>
              <a:buSzPts val="1300"/>
              <a:buFont typeface="Wingdings" panose="05000000000000000000" pitchFamily="2" charset="2"/>
              <a:buChar char="q"/>
            </a:pPr>
            <a:r>
              <a:rPr lang="en-GB" sz="1200" dirty="0">
                <a:solidFill>
                  <a:schemeClr val="tx1"/>
                </a:solidFill>
                <a:latin typeface="Roboto" panose="020B0604020202020204" charset="0"/>
                <a:ea typeface="Roboto" panose="020B0604020202020204" charset="0"/>
                <a:cs typeface="Assistant" panose="020B0604020202020204" charset="-79"/>
                <a:sym typeface="Roboto"/>
              </a:rPr>
              <a:t>Needs Repair</a:t>
            </a:r>
          </a:p>
          <a:p>
            <a:pPr marL="317500" lvl="0" indent="-171450" algn="just">
              <a:lnSpc>
                <a:spcPct val="115000"/>
              </a:lnSpc>
              <a:buClr>
                <a:srgbClr val="666666"/>
              </a:buClr>
              <a:buSzPts val="1300"/>
              <a:buFont typeface="Wingdings" panose="05000000000000000000" pitchFamily="2" charset="2"/>
              <a:buChar char="q"/>
            </a:pPr>
            <a:r>
              <a:rPr lang="en-GB" sz="1200" dirty="0">
                <a:solidFill>
                  <a:schemeClr val="tx1"/>
                </a:solidFill>
                <a:latin typeface="Roboto" panose="020B0604020202020204" charset="0"/>
                <a:ea typeface="Roboto" panose="020B0604020202020204" charset="0"/>
                <a:cs typeface="Assistant" panose="020B0604020202020204" charset="-79"/>
                <a:sym typeface="Roboto"/>
              </a:rPr>
              <a:t>Non-Functional</a:t>
            </a:r>
          </a:p>
          <a:p>
            <a:pPr marL="146050" lvl="0" algn="just">
              <a:lnSpc>
                <a:spcPct val="115000"/>
              </a:lnSpc>
              <a:buClr>
                <a:srgbClr val="666666"/>
              </a:buClr>
              <a:buSzPts val="1300"/>
            </a:pPr>
            <a:endParaRPr lang="en-GB" sz="1200" dirty="0">
              <a:solidFill>
                <a:srgbClr val="58ADC5"/>
              </a:solidFill>
              <a:latin typeface="Roboto" panose="020B0604020202020204" charset="0"/>
              <a:ea typeface="Roboto" panose="020B0604020202020204" charset="0"/>
              <a:cs typeface="Assistant" panose="020B0604020202020204" charset="-79"/>
              <a:sym typeface="Roboto"/>
            </a:endParaRPr>
          </a:p>
          <a:p>
            <a:pPr marL="146050" lvl="0" algn="just">
              <a:lnSpc>
                <a:spcPct val="115000"/>
              </a:lnSpc>
              <a:buClr>
                <a:srgbClr val="666666"/>
              </a:buClr>
              <a:buSzPts val="1300"/>
            </a:pPr>
            <a:endParaRPr lang="en-GB" sz="1200" dirty="0">
              <a:solidFill>
                <a:srgbClr val="58ADC5"/>
              </a:solidFill>
              <a:latin typeface="Roboto" panose="020B0604020202020204" charset="0"/>
              <a:ea typeface="Roboto" panose="020B0604020202020204" charset="0"/>
              <a:cs typeface="Assistant" panose="020B0604020202020204" charset="-79"/>
              <a:sym typeface="Roboto"/>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7949944" y="4749900"/>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4</a:t>
            </a:fld>
            <a:r>
              <a:rPr lang="en" dirty="0" smtClean="0"/>
              <a:t>-12</a:t>
            </a:r>
            <a:endParaRPr dirty="0"/>
          </a:p>
        </p:txBody>
      </p:sp>
      <p:sp>
        <p:nvSpPr>
          <p:cNvPr id="1208" name="Google Shape;1208;p176"/>
          <p:cNvSpPr txBox="1">
            <a:spLocks noGrp="1"/>
          </p:cNvSpPr>
          <p:nvPr>
            <p:ph type="title" idx="4294967295"/>
          </p:nvPr>
        </p:nvSpPr>
        <p:spPr>
          <a:xfrm>
            <a:off x="330661" y="98006"/>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a:solidFill>
                  <a:srgbClr val="58ADC5"/>
                </a:solidFill>
                <a:latin typeface="Roboto"/>
                <a:ea typeface="Roboto"/>
                <a:cs typeface="Roboto"/>
                <a:sym typeface="Roboto"/>
              </a:rPr>
              <a:t>Data </a:t>
            </a:r>
            <a:r>
              <a:rPr lang="en-US" b="1" dirty="0" smtClean="0">
                <a:solidFill>
                  <a:srgbClr val="58ADC5"/>
                </a:solidFill>
                <a:latin typeface="Roboto"/>
                <a:ea typeface="Roboto"/>
                <a:cs typeface="Roboto"/>
                <a:sym typeface="Roboto"/>
              </a:rPr>
              <a:t>Overview &amp; Methodology</a:t>
            </a:r>
            <a:endParaRPr lang="en-US" b="1" dirty="0">
              <a:solidFill>
                <a:srgbClr val="58ADC5"/>
              </a:solidFill>
              <a:latin typeface="Roboto"/>
              <a:ea typeface="Roboto"/>
              <a:cs typeface="Roboto"/>
              <a:sym typeface="Roboto"/>
            </a:endParaRPr>
          </a:p>
        </p:txBody>
      </p:sp>
      <p:sp>
        <p:nvSpPr>
          <p:cNvPr id="4" name="Rectangle 3"/>
          <p:cNvSpPr/>
          <p:nvPr/>
        </p:nvSpPr>
        <p:spPr>
          <a:xfrm>
            <a:off x="274904" y="825049"/>
            <a:ext cx="8731563" cy="738664"/>
          </a:xfrm>
          <a:prstGeom prst="rect">
            <a:avLst/>
          </a:prstGeom>
        </p:spPr>
        <p:txBody>
          <a:bodyPr wrap="square">
            <a:spAutoFit/>
          </a:bodyPr>
          <a:lstStyle/>
          <a:p>
            <a:pPr algn="just"/>
            <a:r>
              <a:rPr lang="en-GB" dirty="0" smtClean="0">
                <a:latin typeface="Assistant" panose="020B0604020202020204" charset="-79"/>
                <a:cs typeface="Assistant" panose="020B0604020202020204" charset="-79"/>
              </a:rPr>
              <a:t>The </a:t>
            </a:r>
            <a:r>
              <a:rPr lang="en-GB" dirty="0">
                <a:latin typeface="Assistant" panose="020B0604020202020204" charset="-79"/>
                <a:cs typeface="Assistant" panose="020B0604020202020204" charset="-79"/>
              </a:rPr>
              <a:t>project uses the </a:t>
            </a:r>
            <a:r>
              <a:rPr lang="en-GB" dirty="0" err="1">
                <a:latin typeface="Assistant" panose="020B0604020202020204" charset="-79"/>
                <a:cs typeface="Assistant" panose="020B0604020202020204" charset="-79"/>
              </a:rPr>
              <a:t>DrivenData</a:t>
            </a:r>
            <a:r>
              <a:rPr lang="en-GB" dirty="0">
                <a:latin typeface="Assistant" panose="020B0604020202020204" charset="-79"/>
                <a:cs typeface="Assistant" panose="020B0604020202020204" charset="-79"/>
              </a:rPr>
              <a:t> ‘Pump it Up: Data Mining the Water Table’ dataset, which contains over 59,000 records from Tanzania’s national water registry. Each record includes features on location, water quality, construction year, pump type, management, and operational status</a:t>
            </a:r>
            <a:r>
              <a:rPr lang="en-GB" dirty="0" smtClean="0">
                <a:latin typeface="Assistant" panose="020B0604020202020204" charset="-79"/>
                <a:cs typeface="Assistant" panose="020B0604020202020204" charset="-79"/>
              </a:rPr>
              <a:t>.</a:t>
            </a:r>
            <a:endParaRPr lang="en-GB" dirty="0">
              <a:latin typeface="Assistant" panose="020B0604020202020204" charset="-79"/>
              <a:cs typeface="Assistant" panose="020B0604020202020204" charset="-79"/>
            </a:endParaRPr>
          </a:p>
        </p:txBody>
      </p:sp>
      <p:sp>
        <p:nvSpPr>
          <p:cNvPr id="7" name="Rectangle 6"/>
          <p:cNvSpPr/>
          <p:nvPr/>
        </p:nvSpPr>
        <p:spPr>
          <a:xfrm>
            <a:off x="-63100" y="4927044"/>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sp>
        <p:nvSpPr>
          <p:cNvPr id="5" name="Rectangle 4"/>
          <p:cNvSpPr/>
          <p:nvPr/>
        </p:nvSpPr>
        <p:spPr>
          <a:xfrm>
            <a:off x="330661" y="1636665"/>
            <a:ext cx="3932823" cy="1600438"/>
          </a:xfrm>
          <a:prstGeom prst="rect">
            <a:avLst/>
          </a:prstGeom>
        </p:spPr>
        <p:txBody>
          <a:bodyPr wrap="square">
            <a:spAutoFit/>
          </a:bodyPr>
          <a:lstStyle/>
          <a:p>
            <a:r>
              <a:rPr lang="en-GB" b="1" dirty="0">
                <a:solidFill>
                  <a:srgbClr val="58ADC5"/>
                </a:solidFill>
                <a:latin typeface="Roboto" panose="020B0604020202020204" charset="0"/>
                <a:ea typeface="Roboto" panose="020B0604020202020204" charset="0"/>
                <a:cs typeface="Assistant" panose="020B0604020202020204" charset="-79"/>
              </a:rPr>
              <a:t>Key features include</a:t>
            </a:r>
            <a:r>
              <a:rPr lang="en-GB" b="1" dirty="0" smtClean="0">
                <a:solidFill>
                  <a:srgbClr val="58ADC5"/>
                </a:solidFill>
                <a:latin typeface="Roboto" panose="020B0604020202020204" charset="0"/>
                <a:ea typeface="Roboto" panose="020B0604020202020204" charset="0"/>
                <a:cs typeface="Assistant" panose="020B0604020202020204" charset="-79"/>
              </a:rPr>
              <a:t>:</a:t>
            </a:r>
            <a:endParaRPr lang="en-GB" dirty="0">
              <a:latin typeface="Assistant" panose="020B0604020202020204" charset="-79"/>
              <a:cs typeface="Assistant" panose="020B0604020202020204" charset="-79"/>
            </a:endParaRPr>
          </a:p>
          <a:p>
            <a:pPr marL="285750" indent="-285750">
              <a:buFont typeface="Wingdings" panose="05000000000000000000" pitchFamily="2" charset="2"/>
              <a:buChar char="q"/>
            </a:pPr>
            <a:r>
              <a:rPr lang="en-GB" sz="1200" dirty="0" smtClean="0">
                <a:latin typeface="Assistant" panose="020B0604020202020204" charset="-79"/>
                <a:cs typeface="Assistant" panose="020B0604020202020204" charset="-79"/>
              </a:rPr>
              <a:t>Geographic </a:t>
            </a:r>
            <a:r>
              <a:rPr lang="en-GB" sz="1200" dirty="0">
                <a:latin typeface="Assistant" panose="020B0604020202020204" charset="-79"/>
                <a:cs typeface="Assistant" panose="020B0604020202020204" charset="-79"/>
              </a:rPr>
              <a:t>coordinates (latitude, longitude, region)</a:t>
            </a:r>
          </a:p>
          <a:p>
            <a:pPr marL="285750" indent="-285750">
              <a:buFont typeface="Wingdings" panose="05000000000000000000" pitchFamily="2" charset="2"/>
              <a:buChar char="q"/>
            </a:pPr>
            <a:r>
              <a:rPr lang="en-GB" sz="1200" dirty="0" smtClean="0">
                <a:latin typeface="Assistant" panose="020B0604020202020204" charset="-79"/>
                <a:cs typeface="Assistant" panose="020B0604020202020204" charset="-79"/>
              </a:rPr>
              <a:t>Pump </a:t>
            </a:r>
            <a:r>
              <a:rPr lang="en-GB" sz="1200" dirty="0">
                <a:latin typeface="Assistant" panose="020B0604020202020204" charset="-79"/>
                <a:cs typeface="Assistant" panose="020B0604020202020204" charset="-79"/>
              </a:rPr>
              <a:t>characteristics (installer, extraction type, construction year)</a:t>
            </a:r>
          </a:p>
          <a:p>
            <a:pPr marL="285750" indent="-285750">
              <a:buFont typeface="Wingdings" panose="05000000000000000000" pitchFamily="2" charset="2"/>
              <a:buChar char="q"/>
            </a:pPr>
            <a:r>
              <a:rPr lang="en-GB" sz="1200" dirty="0" smtClean="0">
                <a:latin typeface="Assistant" panose="020B0604020202020204" charset="-79"/>
                <a:cs typeface="Assistant" panose="020B0604020202020204" charset="-79"/>
              </a:rPr>
              <a:t>Water </a:t>
            </a:r>
            <a:r>
              <a:rPr lang="en-GB" sz="1200" dirty="0">
                <a:latin typeface="Assistant" panose="020B0604020202020204" charset="-79"/>
                <a:cs typeface="Assistant" panose="020B0604020202020204" charset="-79"/>
              </a:rPr>
              <a:t>quality and source type</a:t>
            </a:r>
          </a:p>
          <a:p>
            <a:pPr marL="285750" indent="-285750">
              <a:buFont typeface="Wingdings" panose="05000000000000000000" pitchFamily="2" charset="2"/>
              <a:buChar char="q"/>
            </a:pPr>
            <a:r>
              <a:rPr lang="en-GB" sz="1200" dirty="0" smtClean="0">
                <a:latin typeface="Assistant" panose="020B0604020202020204" charset="-79"/>
                <a:cs typeface="Assistant" panose="020B0604020202020204" charset="-79"/>
              </a:rPr>
              <a:t>Management </a:t>
            </a:r>
            <a:r>
              <a:rPr lang="en-GB" sz="1200" dirty="0">
                <a:latin typeface="Assistant" panose="020B0604020202020204" charset="-79"/>
                <a:cs typeface="Assistant" panose="020B0604020202020204" charset="-79"/>
              </a:rPr>
              <a:t>scheme and population served</a:t>
            </a:r>
          </a:p>
          <a:p>
            <a:pPr marL="285750" indent="-285750">
              <a:buFont typeface="Wingdings" panose="05000000000000000000" pitchFamily="2" charset="2"/>
              <a:buChar char="q"/>
            </a:pPr>
            <a:r>
              <a:rPr lang="en-GB" sz="1200" dirty="0" smtClean="0">
                <a:latin typeface="Assistant" panose="020B0604020202020204" charset="-79"/>
                <a:cs typeface="Assistant" panose="020B0604020202020204" charset="-79"/>
              </a:rPr>
              <a:t>Target </a:t>
            </a:r>
            <a:r>
              <a:rPr lang="en-GB" sz="1200" dirty="0">
                <a:latin typeface="Assistant" panose="020B0604020202020204" charset="-79"/>
                <a:cs typeface="Assistant" panose="020B0604020202020204" charset="-79"/>
              </a:rPr>
              <a:t>variable: </a:t>
            </a:r>
            <a:r>
              <a:rPr lang="en-GB" sz="1200" dirty="0" smtClean="0">
                <a:latin typeface="Assistant" panose="020B0604020202020204" charset="-79"/>
                <a:cs typeface="Assistant" panose="020B0604020202020204" charset="-79"/>
              </a:rPr>
              <a:t>pump-status-group </a:t>
            </a:r>
            <a:r>
              <a:rPr lang="en-GB" sz="1200" dirty="0">
                <a:latin typeface="Assistant" panose="020B0604020202020204" charset="-79"/>
                <a:cs typeface="Assistant" panose="020B0604020202020204" charset="-79"/>
              </a:rPr>
              <a:t>(functional, needs repair, non-functional)</a:t>
            </a:r>
          </a:p>
        </p:txBody>
      </p:sp>
      <p:pic>
        <p:nvPicPr>
          <p:cNvPr id="9" name="Picture 8"/>
          <p:cNvPicPr>
            <a:picLocks noChangeAspect="1"/>
          </p:cNvPicPr>
          <p:nvPr/>
        </p:nvPicPr>
        <p:blipFill>
          <a:blip r:embed="rId3"/>
          <a:stretch>
            <a:fillRect/>
          </a:stretch>
        </p:blipFill>
        <p:spPr>
          <a:xfrm>
            <a:off x="6805961" y="2378916"/>
            <a:ext cx="1732967" cy="1519679"/>
          </a:xfrm>
          <a:prstGeom prst="rect">
            <a:avLst/>
          </a:prstGeom>
        </p:spPr>
      </p:pic>
      <p:sp>
        <p:nvSpPr>
          <p:cNvPr id="10" name="Rectangle 9"/>
          <p:cNvSpPr/>
          <p:nvPr/>
        </p:nvSpPr>
        <p:spPr>
          <a:xfrm>
            <a:off x="208155" y="3234272"/>
            <a:ext cx="6129453" cy="1631216"/>
          </a:xfrm>
          <a:prstGeom prst="rect">
            <a:avLst/>
          </a:prstGeom>
        </p:spPr>
        <p:txBody>
          <a:bodyPr wrap="square">
            <a:spAutoFit/>
          </a:bodyPr>
          <a:lstStyle/>
          <a:p>
            <a:pPr lvl="0" algn="just"/>
            <a:endParaRPr lang="en-GB" b="1" dirty="0" smtClean="0">
              <a:solidFill>
                <a:srgbClr val="58ADC5"/>
              </a:solidFill>
              <a:latin typeface="Roboto" panose="020B0604020202020204" charset="0"/>
              <a:ea typeface="Roboto" panose="020B0604020202020204" charset="0"/>
              <a:cs typeface="Assistant" panose="020B0604020202020204" charset="-79"/>
            </a:endParaRPr>
          </a:p>
          <a:p>
            <a:pPr lvl="0" algn="just"/>
            <a:r>
              <a:rPr lang="en-GB" b="1" dirty="0" smtClean="0">
                <a:solidFill>
                  <a:srgbClr val="58ADC5"/>
                </a:solidFill>
                <a:latin typeface="Roboto" panose="020B0604020202020204" charset="0"/>
                <a:ea typeface="Roboto" panose="020B0604020202020204" charset="0"/>
                <a:cs typeface="Assistant" panose="020B0604020202020204" charset="-79"/>
              </a:rPr>
              <a:t>Analytical </a:t>
            </a:r>
            <a:r>
              <a:rPr lang="en-GB" b="1" dirty="0">
                <a:solidFill>
                  <a:srgbClr val="58ADC5"/>
                </a:solidFill>
                <a:latin typeface="Roboto" panose="020B0604020202020204" charset="0"/>
                <a:ea typeface="Roboto" panose="020B0604020202020204" charset="0"/>
                <a:cs typeface="Assistant" panose="020B0604020202020204" charset="-79"/>
              </a:rPr>
              <a:t>Framework</a:t>
            </a:r>
            <a:r>
              <a:rPr lang="en-GB" b="1" dirty="0" smtClean="0">
                <a:solidFill>
                  <a:srgbClr val="58ADC5"/>
                </a:solidFill>
                <a:latin typeface="Roboto" panose="020B0604020202020204" charset="0"/>
                <a:ea typeface="Roboto" panose="020B0604020202020204" charset="0"/>
                <a:cs typeface="Assistant" panose="020B0604020202020204" charset="-79"/>
              </a:rPr>
              <a:t>:</a:t>
            </a:r>
            <a:endParaRPr lang="en-GB" dirty="0">
              <a:latin typeface="Assistant" panose="020B0604020202020204" charset="-79"/>
              <a:cs typeface="Assistant" panose="020B0604020202020204" charset="-79"/>
            </a:endParaRPr>
          </a:p>
          <a:p>
            <a:pPr marL="285750" lvl="0" indent="-285750" algn="just">
              <a:buFont typeface="Wingdings" panose="05000000000000000000" pitchFamily="2" charset="2"/>
              <a:buChar char="q"/>
            </a:pPr>
            <a:r>
              <a:rPr lang="en-GB" sz="1200" dirty="0">
                <a:latin typeface="Assistant" panose="020B0604020202020204" charset="-79"/>
                <a:cs typeface="Assistant" panose="020B0604020202020204" charset="-79"/>
              </a:rPr>
              <a:t>Data Cleaning – handled missing data and inconsistencies.</a:t>
            </a:r>
          </a:p>
          <a:p>
            <a:pPr marL="285750" lvl="0" indent="-285750" algn="just">
              <a:buFont typeface="Wingdings" panose="05000000000000000000" pitchFamily="2" charset="2"/>
              <a:buChar char="q"/>
            </a:pPr>
            <a:r>
              <a:rPr lang="en-GB" sz="1200" dirty="0">
                <a:latin typeface="Assistant" panose="020B0604020202020204" charset="-79"/>
                <a:cs typeface="Assistant" panose="020B0604020202020204" charset="-79"/>
              </a:rPr>
              <a:t>Exploratory Data Analysis – identified regional and operational trends.</a:t>
            </a:r>
          </a:p>
          <a:p>
            <a:pPr marL="285750" lvl="0" indent="-285750" algn="just">
              <a:buFont typeface="Wingdings" panose="05000000000000000000" pitchFamily="2" charset="2"/>
              <a:buChar char="q"/>
            </a:pPr>
            <a:r>
              <a:rPr lang="en-GB" sz="1200" dirty="0">
                <a:latin typeface="Assistant" panose="020B0604020202020204" charset="-79"/>
                <a:cs typeface="Assistant" panose="020B0604020202020204" charset="-79"/>
              </a:rPr>
              <a:t>Feature Engineering – encoded variables, normalized numeric features.</a:t>
            </a:r>
          </a:p>
          <a:p>
            <a:pPr marL="285750" lvl="0" indent="-285750" algn="just">
              <a:buFont typeface="Wingdings" panose="05000000000000000000" pitchFamily="2" charset="2"/>
              <a:buChar char="q"/>
            </a:pPr>
            <a:r>
              <a:rPr lang="en-GB" sz="1200" dirty="0">
                <a:latin typeface="Assistant" panose="020B0604020202020204" charset="-79"/>
                <a:cs typeface="Assistant" panose="020B0604020202020204" charset="-79"/>
              </a:rPr>
              <a:t>Model Training – Random Forest, </a:t>
            </a:r>
            <a:r>
              <a:rPr lang="en-GB" sz="1200" dirty="0" err="1" smtClean="0">
                <a:latin typeface="Assistant" panose="020B0604020202020204" charset="-79"/>
                <a:cs typeface="Assistant" panose="020B0604020202020204" charset="-79"/>
              </a:rPr>
              <a:t>LightGBM</a:t>
            </a:r>
            <a:r>
              <a:rPr lang="en-GB" sz="1200" dirty="0">
                <a:latin typeface="Assistant" panose="020B0604020202020204" charset="-79"/>
                <a:cs typeface="Assistant" panose="020B0604020202020204" charset="-79"/>
              </a:rPr>
              <a:t>, </a:t>
            </a:r>
            <a:r>
              <a:rPr lang="en-GB" sz="1200" dirty="0" err="1" smtClean="0">
                <a:latin typeface="Assistant" panose="020B0604020202020204" charset="-79"/>
                <a:cs typeface="Assistant" panose="020B0604020202020204" charset="-79"/>
              </a:rPr>
              <a:t>CatBoost</a:t>
            </a:r>
            <a:r>
              <a:rPr lang="en-GB" sz="1200" dirty="0">
                <a:latin typeface="Assistant" panose="020B0604020202020204" charset="-79"/>
                <a:cs typeface="Assistant" panose="020B0604020202020204" charset="-79"/>
              </a:rPr>
              <a:t>, Gradient Boosting, Logistic Regression.</a:t>
            </a:r>
          </a:p>
          <a:p>
            <a:pPr marL="285750" lvl="0" indent="-285750" algn="just">
              <a:buFont typeface="Wingdings" panose="05000000000000000000" pitchFamily="2" charset="2"/>
              <a:buChar char="q"/>
            </a:pPr>
            <a:r>
              <a:rPr lang="en-GB" sz="1200" dirty="0">
                <a:latin typeface="Assistant" panose="020B0604020202020204" charset="-79"/>
                <a:cs typeface="Assistant" panose="020B0604020202020204" charset="-79"/>
              </a:rPr>
              <a:t>Evaluation – accuracy, precision, recall, F1-score.</a:t>
            </a:r>
            <a:endParaRPr lang="en-GB" sz="1200" dirty="0">
              <a:latin typeface="Assistant" panose="020B0604020202020204" charset="-79"/>
              <a:cs typeface="Assistant" panose="020B0604020202020204" charset="-79"/>
            </a:endParaRPr>
          </a:p>
        </p:txBody>
      </p:sp>
    </p:spTree>
    <p:extLst>
      <p:ext uri="{BB962C8B-B14F-4D97-AF65-F5344CB8AC3E}">
        <p14:creationId xmlns:p14="http://schemas.microsoft.com/office/powerpoint/2010/main" val="25532459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7949944" y="4749900"/>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5</a:t>
            </a:fld>
            <a:r>
              <a:rPr lang="en" dirty="0" smtClean="0"/>
              <a:t>-12</a:t>
            </a:r>
            <a:endParaRPr dirty="0"/>
          </a:p>
        </p:txBody>
      </p:sp>
      <p:sp>
        <p:nvSpPr>
          <p:cNvPr id="1208" name="Google Shape;1208;p176"/>
          <p:cNvSpPr txBox="1">
            <a:spLocks noGrp="1"/>
          </p:cNvSpPr>
          <p:nvPr>
            <p:ph type="title" idx="4294967295"/>
          </p:nvPr>
        </p:nvSpPr>
        <p:spPr>
          <a:xfrm>
            <a:off x="330661" y="98006"/>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a:solidFill>
                  <a:srgbClr val="58ADC5"/>
                </a:solidFill>
                <a:latin typeface="Roboto"/>
                <a:ea typeface="Roboto"/>
                <a:cs typeface="Roboto"/>
                <a:sym typeface="Roboto"/>
              </a:rPr>
              <a:t>Exploratory Data Analysis </a:t>
            </a:r>
            <a:r>
              <a:rPr lang="en-US" b="1" dirty="0" smtClean="0">
                <a:solidFill>
                  <a:srgbClr val="58ADC5"/>
                </a:solidFill>
                <a:latin typeface="Roboto"/>
                <a:ea typeface="Roboto"/>
                <a:cs typeface="Roboto"/>
                <a:sym typeface="Roboto"/>
              </a:rPr>
              <a:t>(EDA)</a:t>
            </a:r>
            <a:endParaRPr b="1" dirty="0">
              <a:solidFill>
                <a:srgbClr val="58ADC5"/>
              </a:solidFill>
              <a:latin typeface="Roboto"/>
              <a:ea typeface="Roboto"/>
              <a:cs typeface="Roboto"/>
              <a:sym typeface="Roboto"/>
            </a:endParaRPr>
          </a:p>
        </p:txBody>
      </p:sp>
      <p:sp>
        <p:nvSpPr>
          <p:cNvPr id="7" name="Rectangle 6"/>
          <p:cNvSpPr/>
          <p:nvPr/>
        </p:nvSpPr>
        <p:spPr>
          <a:xfrm>
            <a:off x="-63100" y="4927044"/>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pic>
        <p:nvPicPr>
          <p:cNvPr id="10" name="Picture 9"/>
          <p:cNvPicPr>
            <a:picLocks noChangeAspect="1"/>
          </p:cNvPicPr>
          <p:nvPr/>
        </p:nvPicPr>
        <p:blipFill>
          <a:blip r:embed="rId3"/>
          <a:stretch>
            <a:fillRect/>
          </a:stretch>
        </p:blipFill>
        <p:spPr>
          <a:xfrm>
            <a:off x="4979701" y="750709"/>
            <a:ext cx="3788876" cy="2003644"/>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616" y="825049"/>
            <a:ext cx="3823166" cy="2039381"/>
          </a:xfrm>
          <a:prstGeom prst="rect">
            <a:avLst/>
          </a:prstGeom>
        </p:spPr>
      </p:pic>
      <p:pic>
        <p:nvPicPr>
          <p:cNvPr id="3" name="Picture 2"/>
          <p:cNvPicPr>
            <a:picLocks noChangeAspect="1"/>
          </p:cNvPicPr>
          <p:nvPr/>
        </p:nvPicPr>
        <p:blipFill>
          <a:blip r:embed="rId5"/>
          <a:stretch>
            <a:fillRect/>
          </a:stretch>
        </p:blipFill>
        <p:spPr>
          <a:xfrm>
            <a:off x="4979701" y="2864430"/>
            <a:ext cx="3788876" cy="1885469"/>
          </a:xfrm>
          <a:prstGeom prst="rect">
            <a:avLst/>
          </a:prstGeom>
        </p:spPr>
      </p:pic>
      <p:pic>
        <p:nvPicPr>
          <p:cNvPr id="6" name="Picture 5"/>
          <p:cNvPicPr>
            <a:picLocks noChangeAspect="1"/>
          </p:cNvPicPr>
          <p:nvPr/>
        </p:nvPicPr>
        <p:blipFill>
          <a:blip r:embed="rId6"/>
          <a:stretch>
            <a:fillRect/>
          </a:stretch>
        </p:blipFill>
        <p:spPr>
          <a:xfrm>
            <a:off x="310165" y="3027649"/>
            <a:ext cx="4308067" cy="1934800"/>
          </a:xfrm>
          <a:prstGeom prst="rect">
            <a:avLst/>
          </a:prstGeom>
        </p:spPr>
      </p:pic>
    </p:spTree>
    <p:extLst>
      <p:ext uri="{BB962C8B-B14F-4D97-AF65-F5344CB8AC3E}">
        <p14:creationId xmlns:p14="http://schemas.microsoft.com/office/powerpoint/2010/main" val="397737940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7949944" y="4749900"/>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6</a:t>
            </a:fld>
            <a:r>
              <a:rPr lang="en" dirty="0" smtClean="0"/>
              <a:t>-12</a:t>
            </a:r>
            <a:endParaRPr dirty="0"/>
          </a:p>
        </p:txBody>
      </p:sp>
      <p:sp>
        <p:nvSpPr>
          <p:cNvPr id="1208" name="Google Shape;1208;p176"/>
          <p:cNvSpPr txBox="1">
            <a:spLocks noGrp="1"/>
          </p:cNvSpPr>
          <p:nvPr>
            <p:ph type="title" idx="4294967295"/>
          </p:nvPr>
        </p:nvSpPr>
        <p:spPr>
          <a:xfrm>
            <a:off x="274904" y="208292"/>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a:solidFill>
                  <a:srgbClr val="58ADC5"/>
                </a:solidFill>
                <a:latin typeface="Roboto"/>
                <a:ea typeface="Roboto"/>
                <a:cs typeface="Roboto"/>
                <a:sym typeface="Roboto"/>
              </a:rPr>
              <a:t>Results &amp;</a:t>
            </a:r>
            <a:r>
              <a:rPr lang="en-US" b="1" dirty="0" smtClean="0">
                <a:solidFill>
                  <a:srgbClr val="58ADC5"/>
                </a:solidFill>
                <a:latin typeface="Roboto"/>
                <a:ea typeface="Roboto"/>
                <a:cs typeface="Roboto"/>
                <a:sym typeface="Roboto"/>
              </a:rPr>
              <a:t> </a:t>
            </a:r>
            <a:r>
              <a:rPr lang="en-US" b="1" dirty="0">
                <a:solidFill>
                  <a:srgbClr val="58ADC5"/>
                </a:solidFill>
                <a:latin typeface="Roboto"/>
                <a:ea typeface="Roboto"/>
                <a:cs typeface="Roboto"/>
                <a:sym typeface="Roboto"/>
              </a:rPr>
              <a:t>Key Findings</a:t>
            </a:r>
            <a:endParaRPr b="1" dirty="0">
              <a:solidFill>
                <a:srgbClr val="58ADC5"/>
              </a:solidFill>
              <a:latin typeface="Roboto"/>
              <a:ea typeface="Roboto"/>
              <a:cs typeface="Roboto"/>
              <a:sym typeface="Roboto"/>
            </a:endParaRPr>
          </a:p>
        </p:txBody>
      </p:sp>
      <p:sp>
        <p:nvSpPr>
          <p:cNvPr id="4" name="Rectangle 3"/>
          <p:cNvSpPr/>
          <p:nvPr/>
        </p:nvSpPr>
        <p:spPr>
          <a:xfrm>
            <a:off x="274904" y="1152151"/>
            <a:ext cx="3393848" cy="3108543"/>
          </a:xfrm>
          <a:prstGeom prst="rect">
            <a:avLst/>
          </a:prstGeom>
        </p:spPr>
        <p:txBody>
          <a:bodyPr wrap="square">
            <a:spAutoFit/>
          </a:bodyPr>
          <a:lstStyle/>
          <a:p>
            <a:pPr algn="just"/>
            <a:r>
              <a:rPr lang="en-GB" b="1" dirty="0">
                <a:solidFill>
                  <a:srgbClr val="58ADC5"/>
                </a:solidFill>
                <a:latin typeface="Roboto" panose="020B0604020202020204" charset="0"/>
                <a:ea typeface="Roboto" panose="020B0604020202020204" charset="0"/>
                <a:cs typeface="Assistant" panose="020B0604020202020204" charset="-79"/>
              </a:rPr>
              <a:t>The predictive analysis produced several valuable insights</a:t>
            </a:r>
            <a:r>
              <a:rPr lang="en-GB" b="1" dirty="0" smtClean="0">
                <a:solidFill>
                  <a:srgbClr val="58ADC5"/>
                </a:solidFill>
                <a:latin typeface="Roboto" panose="020B0604020202020204" charset="0"/>
                <a:ea typeface="Roboto" panose="020B0604020202020204" charset="0"/>
                <a:cs typeface="Assistant" panose="020B0604020202020204" charset="-79"/>
              </a:rPr>
              <a:t>:</a:t>
            </a:r>
          </a:p>
          <a:p>
            <a:pPr algn="just"/>
            <a:endParaRPr lang="en-GB" b="1" dirty="0">
              <a:solidFill>
                <a:srgbClr val="58ADC5"/>
              </a:solidFill>
              <a:latin typeface="Roboto" panose="020B0604020202020204" charset="0"/>
              <a:ea typeface="Roboto" panose="020B0604020202020204" charset="0"/>
              <a:cs typeface="Assistant" panose="020B0604020202020204" charset="-79"/>
            </a:endParaRPr>
          </a:p>
          <a:p>
            <a:pPr marL="171450" indent="-171450" algn="just">
              <a:buFont typeface="Wingdings" panose="05000000000000000000" pitchFamily="2" charset="2"/>
              <a:buChar char="q"/>
            </a:pPr>
            <a:r>
              <a:rPr lang="en-GB" sz="1200" b="1" dirty="0" smtClean="0">
                <a:solidFill>
                  <a:schemeClr val="tx1"/>
                </a:solidFill>
                <a:latin typeface="Roboto" panose="020B0604020202020204" charset="0"/>
                <a:ea typeface="Roboto" panose="020B0604020202020204" charset="0"/>
                <a:cs typeface="Assistant" panose="020B0604020202020204" charset="-79"/>
              </a:rPr>
              <a:t>Best </a:t>
            </a:r>
            <a:r>
              <a:rPr lang="en-GB" sz="1200" b="1" dirty="0">
                <a:solidFill>
                  <a:schemeClr val="tx1"/>
                </a:solidFill>
                <a:latin typeface="Roboto" panose="020B0604020202020204" charset="0"/>
                <a:ea typeface="Roboto" panose="020B0604020202020204" charset="0"/>
                <a:cs typeface="Assistant" panose="020B0604020202020204" charset="-79"/>
              </a:rPr>
              <a:t>model: </a:t>
            </a:r>
            <a:r>
              <a:rPr lang="en-GB" dirty="0" smtClean="0">
                <a:latin typeface="Assistant" panose="020B0604020202020204" charset="-79"/>
                <a:cs typeface="Assistant" panose="020B0604020202020204" charset="-79"/>
              </a:rPr>
              <a:t>Random </a:t>
            </a:r>
            <a:r>
              <a:rPr lang="en-GB" dirty="0">
                <a:latin typeface="Assistant" panose="020B0604020202020204" charset="-79"/>
                <a:cs typeface="Assistant" panose="020B0604020202020204" charset="-79"/>
              </a:rPr>
              <a:t>Forest with tuned parameters</a:t>
            </a:r>
            <a:r>
              <a:rPr lang="en-GB" dirty="0" smtClean="0">
                <a:latin typeface="Assistant" panose="020B0604020202020204" charset="-79"/>
                <a:cs typeface="Assistant" panose="020B0604020202020204" charset="-79"/>
              </a:rPr>
              <a:t>.</a:t>
            </a:r>
          </a:p>
          <a:p>
            <a:pPr marL="285750" indent="-285750" algn="just">
              <a:buFont typeface="Wingdings" panose="05000000000000000000" pitchFamily="2" charset="2"/>
              <a:buChar char="q"/>
            </a:pPr>
            <a:r>
              <a:rPr lang="en-GB" b="1" dirty="0" smtClean="0">
                <a:latin typeface="Assistant" panose="020B0604020202020204" charset="-79"/>
                <a:cs typeface="Assistant" panose="020B0604020202020204" charset="-79"/>
              </a:rPr>
              <a:t>Validation </a:t>
            </a:r>
            <a:r>
              <a:rPr lang="en-GB" b="1" dirty="0">
                <a:latin typeface="Assistant" panose="020B0604020202020204" charset="-79"/>
                <a:cs typeface="Assistant" panose="020B0604020202020204" charset="-79"/>
              </a:rPr>
              <a:t>accuracy: </a:t>
            </a:r>
            <a:r>
              <a:rPr lang="en-GB" dirty="0">
                <a:latin typeface="Assistant" panose="020B0604020202020204" charset="-79"/>
                <a:cs typeface="Assistant" panose="020B0604020202020204" charset="-79"/>
              </a:rPr>
              <a:t>~81</a:t>
            </a:r>
            <a:r>
              <a:rPr lang="en-GB" dirty="0" smtClean="0">
                <a:latin typeface="Assistant" panose="020B0604020202020204" charset="-79"/>
                <a:cs typeface="Assistant" panose="020B0604020202020204" charset="-79"/>
              </a:rPr>
              <a:t>%.</a:t>
            </a:r>
          </a:p>
          <a:p>
            <a:pPr marL="285750" indent="-285750" algn="just">
              <a:buFont typeface="Wingdings" panose="05000000000000000000" pitchFamily="2" charset="2"/>
              <a:buChar char="q"/>
            </a:pPr>
            <a:r>
              <a:rPr lang="en-GB" b="1" dirty="0" smtClean="0">
                <a:latin typeface="Assistant" panose="020B0604020202020204" charset="-79"/>
                <a:cs typeface="Assistant" panose="020B0604020202020204" charset="-79"/>
              </a:rPr>
              <a:t>Strong </a:t>
            </a:r>
            <a:r>
              <a:rPr lang="en-GB" b="1" dirty="0">
                <a:latin typeface="Assistant" panose="020B0604020202020204" charset="-79"/>
                <a:cs typeface="Assistant" panose="020B0604020202020204" charset="-79"/>
              </a:rPr>
              <a:t>performance </a:t>
            </a:r>
            <a:r>
              <a:rPr lang="en-GB" dirty="0">
                <a:latin typeface="Assistant" panose="020B0604020202020204" charset="-79"/>
                <a:cs typeface="Assistant" panose="020B0604020202020204" charset="-79"/>
              </a:rPr>
              <a:t>for functional and non functional classes</a:t>
            </a:r>
            <a:r>
              <a:rPr lang="en-GB" dirty="0" smtClean="0">
                <a:latin typeface="Assistant" panose="020B0604020202020204" charset="-79"/>
                <a:cs typeface="Assistant" panose="020B0604020202020204" charset="-79"/>
              </a:rPr>
              <a:t>.</a:t>
            </a:r>
          </a:p>
          <a:p>
            <a:pPr marL="285750" indent="-285750" algn="just">
              <a:buFont typeface="Wingdings" panose="05000000000000000000" pitchFamily="2" charset="2"/>
              <a:buChar char="q"/>
            </a:pPr>
            <a:r>
              <a:rPr lang="en-GB" b="1" dirty="0" smtClean="0">
                <a:latin typeface="Assistant" panose="020B0604020202020204" charset="-79"/>
                <a:cs typeface="Assistant" panose="020B0604020202020204" charset="-79"/>
              </a:rPr>
              <a:t>Weak </a:t>
            </a:r>
            <a:r>
              <a:rPr lang="en-GB" b="1" dirty="0">
                <a:latin typeface="Assistant" panose="020B0604020202020204" charset="-79"/>
                <a:cs typeface="Assistant" panose="020B0604020202020204" charset="-79"/>
              </a:rPr>
              <a:t>recall </a:t>
            </a:r>
            <a:r>
              <a:rPr lang="en-GB" dirty="0">
                <a:latin typeface="Assistant" panose="020B0604020202020204" charset="-79"/>
                <a:cs typeface="Assistant" panose="020B0604020202020204" charset="-79"/>
              </a:rPr>
              <a:t>for functional needs repair — likely due to class imbalance (few examples of that class</a:t>
            </a:r>
            <a:r>
              <a:rPr lang="en-GB" dirty="0" smtClean="0">
                <a:latin typeface="Assistant" panose="020B0604020202020204" charset="-79"/>
                <a:cs typeface="Assistant" panose="020B0604020202020204" charset="-79"/>
              </a:rPr>
              <a:t>).</a:t>
            </a:r>
          </a:p>
          <a:p>
            <a:pPr marL="285750" indent="-285750" algn="just">
              <a:buFont typeface="Wingdings" panose="05000000000000000000" pitchFamily="2" charset="2"/>
              <a:buChar char="q"/>
            </a:pPr>
            <a:r>
              <a:rPr lang="en-GB" dirty="0" smtClean="0">
                <a:latin typeface="Assistant" panose="020B0604020202020204" charset="-79"/>
                <a:cs typeface="Assistant" panose="020B0604020202020204" charset="-79"/>
              </a:rPr>
              <a:t>Overall</a:t>
            </a:r>
            <a:r>
              <a:rPr lang="en-GB" dirty="0">
                <a:latin typeface="Assistant" panose="020B0604020202020204" charset="-79"/>
                <a:cs typeface="Assistant" panose="020B0604020202020204" charset="-79"/>
              </a:rPr>
              <a:t>, the model is </a:t>
            </a:r>
            <a:r>
              <a:rPr lang="en-GB" b="1" i="1" dirty="0">
                <a:latin typeface="Assistant" panose="020B0604020202020204" charset="-79"/>
                <a:cs typeface="Assistant" panose="020B0604020202020204" charset="-79"/>
              </a:rPr>
              <a:t>robust, generalizes well, and interpretable.</a:t>
            </a:r>
          </a:p>
          <a:p>
            <a:pPr algn="just"/>
            <a:endParaRPr lang="en-GB" dirty="0">
              <a:latin typeface="Assistant" panose="020B0604020202020204" charset="-79"/>
              <a:cs typeface="Assistant" panose="020B0604020202020204" charset="-79"/>
            </a:endParaRPr>
          </a:p>
        </p:txBody>
      </p:sp>
      <p:sp>
        <p:nvSpPr>
          <p:cNvPr id="7" name="Rectangle 6"/>
          <p:cNvSpPr/>
          <p:nvPr/>
        </p:nvSpPr>
        <p:spPr>
          <a:xfrm>
            <a:off x="-63100" y="4927044"/>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pic>
        <p:nvPicPr>
          <p:cNvPr id="8" name="Picture 7"/>
          <p:cNvPicPr>
            <a:picLocks noChangeAspect="1"/>
          </p:cNvPicPr>
          <p:nvPr/>
        </p:nvPicPr>
        <p:blipFill>
          <a:blip r:embed="rId3"/>
          <a:stretch>
            <a:fillRect/>
          </a:stretch>
        </p:blipFill>
        <p:spPr>
          <a:xfrm>
            <a:off x="3886626" y="1064361"/>
            <a:ext cx="4612018" cy="3019379"/>
          </a:xfrm>
          <a:prstGeom prst="rect">
            <a:avLst/>
          </a:prstGeom>
        </p:spPr>
      </p:pic>
    </p:spTree>
    <p:extLst>
      <p:ext uri="{BB962C8B-B14F-4D97-AF65-F5344CB8AC3E}">
        <p14:creationId xmlns:p14="http://schemas.microsoft.com/office/powerpoint/2010/main" val="2853500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8359697" y="4776439"/>
            <a:ext cx="509240" cy="367061"/>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7</a:t>
            </a:fld>
            <a:r>
              <a:rPr lang="en" dirty="0" smtClean="0"/>
              <a:t>-12</a:t>
            </a:r>
            <a:endParaRPr dirty="0"/>
          </a:p>
        </p:txBody>
      </p:sp>
      <p:sp>
        <p:nvSpPr>
          <p:cNvPr id="1208" name="Google Shape;1208;p176"/>
          <p:cNvSpPr txBox="1">
            <a:spLocks noGrp="1"/>
          </p:cNvSpPr>
          <p:nvPr>
            <p:ph type="title" idx="4294967295"/>
          </p:nvPr>
        </p:nvSpPr>
        <p:spPr>
          <a:xfrm>
            <a:off x="330661" y="98006"/>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a:solidFill>
                  <a:srgbClr val="58ADC5"/>
                </a:solidFill>
                <a:latin typeface="Roboto"/>
                <a:ea typeface="Roboto"/>
                <a:cs typeface="Roboto"/>
                <a:sym typeface="Roboto"/>
              </a:rPr>
              <a:t>Results &amp;</a:t>
            </a:r>
            <a:r>
              <a:rPr lang="en-US" b="1" dirty="0" smtClean="0">
                <a:solidFill>
                  <a:srgbClr val="58ADC5"/>
                </a:solidFill>
                <a:latin typeface="Roboto"/>
                <a:ea typeface="Roboto"/>
                <a:cs typeface="Roboto"/>
                <a:sym typeface="Roboto"/>
              </a:rPr>
              <a:t> </a:t>
            </a:r>
            <a:r>
              <a:rPr lang="en-US" b="1" dirty="0">
                <a:solidFill>
                  <a:srgbClr val="58ADC5"/>
                </a:solidFill>
                <a:latin typeface="Roboto"/>
                <a:ea typeface="Roboto"/>
                <a:cs typeface="Roboto"/>
                <a:sym typeface="Roboto"/>
              </a:rPr>
              <a:t>Key Findings</a:t>
            </a:r>
            <a:endParaRPr b="1" dirty="0">
              <a:solidFill>
                <a:srgbClr val="58ADC5"/>
              </a:solidFill>
              <a:latin typeface="Roboto"/>
              <a:ea typeface="Roboto"/>
              <a:cs typeface="Roboto"/>
              <a:sym typeface="Roboto"/>
            </a:endParaRPr>
          </a:p>
        </p:txBody>
      </p:sp>
      <p:sp>
        <p:nvSpPr>
          <p:cNvPr id="7" name="Rectangle 6"/>
          <p:cNvSpPr/>
          <p:nvPr/>
        </p:nvSpPr>
        <p:spPr>
          <a:xfrm>
            <a:off x="-63100" y="4927044"/>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pic>
        <p:nvPicPr>
          <p:cNvPr id="2" name="Picture 1"/>
          <p:cNvPicPr>
            <a:picLocks noChangeAspect="1"/>
          </p:cNvPicPr>
          <p:nvPr/>
        </p:nvPicPr>
        <p:blipFill>
          <a:blip r:embed="rId3"/>
          <a:stretch>
            <a:fillRect/>
          </a:stretch>
        </p:blipFill>
        <p:spPr>
          <a:xfrm>
            <a:off x="75717" y="2214853"/>
            <a:ext cx="3521842" cy="2712192"/>
          </a:xfrm>
          <a:prstGeom prst="rect">
            <a:avLst/>
          </a:prstGeom>
        </p:spPr>
      </p:pic>
      <p:pic>
        <p:nvPicPr>
          <p:cNvPr id="3" name="Picture 2"/>
          <p:cNvPicPr>
            <a:picLocks noChangeAspect="1"/>
          </p:cNvPicPr>
          <p:nvPr/>
        </p:nvPicPr>
        <p:blipFill>
          <a:blip r:embed="rId4"/>
          <a:stretch>
            <a:fillRect/>
          </a:stretch>
        </p:blipFill>
        <p:spPr>
          <a:xfrm>
            <a:off x="5166709" y="825049"/>
            <a:ext cx="3229593" cy="2282424"/>
          </a:xfrm>
          <a:prstGeom prst="rect">
            <a:avLst/>
          </a:prstGeom>
        </p:spPr>
      </p:pic>
      <p:sp>
        <p:nvSpPr>
          <p:cNvPr id="11" name="Rectangle 10"/>
          <p:cNvSpPr/>
          <p:nvPr/>
        </p:nvSpPr>
        <p:spPr>
          <a:xfrm>
            <a:off x="3969834" y="2990731"/>
            <a:ext cx="4572000" cy="1631216"/>
          </a:xfrm>
          <a:prstGeom prst="rect">
            <a:avLst/>
          </a:prstGeom>
        </p:spPr>
        <p:txBody>
          <a:bodyPr>
            <a:spAutoFit/>
          </a:bodyPr>
          <a:lstStyle/>
          <a:p>
            <a:pPr algn="just"/>
            <a:r>
              <a:rPr lang="en-GB" b="1" dirty="0" smtClean="0">
                <a:solidFill>
                  <a:srgbClr val="58ADC5"/>
                </a:solidFill>
                <a:latin typeface="Roboto" panose="020B0604020202020204" charset="0"/>
                <a:ea typeface="Roboto" panose="020B0604020202020204" charset="0"/>
                <a:cs typeface="Assistant" panose="020B0604020202020204" charset="-79"/>
              </a:rPr>
              <a:t>Interpretation:</a:t>
            </a:r>
          </a:p>
          <a:p>
            <a:pPr algn="just"/>
            <a:endParaRPr lang="en-GB" dirty="0">
              <a:latin typeface="Assistant" panose="020B0604020202020204" charset="-79"/>
              <a:cs typeface="Assistant" panose="020B0604020202020204" charset="-79"/>
            </a:endParaRPr>
          </a:p>
          <a:p>
            <a:pPr algn="just"/>
            <a:r>
              <a:rPr lang="en-GB" sz="1200" dirty="0" smtClean="0">
                <a:latin typeface="Assistant" panose="020B0604020202020204" charset="-79"/>
                <a:cs typeface="Assistant" panose="020B0604020202020204" charset="-79"/>
              </a:rPr>
              <a:t>The </a:t>
            </a:r>
            <a:r>
              <a:rPr lang="en-GB" sz="1200" dirty="0">
                <a:latin typeface="Assistant" panose="020B0604020202020204" charset="-79"/>
                <a:cs typeface="Assistant" panose="020B0604020202020204" charset="-79"/>
              </a:rPr>
              <a:t>model </a:t>
            </a:r>
            <a:r>
              <a:rPr lang="en-GB" sz="1200" b="1" i="1" dirty="0">
                <a:latin typeface="Assistant" panose="020B0604020202020204" charset="-79"/>
                <a:cs typeface="Assistant" panose="020B0604020202020204" charset="-79"/>
              </a:rPr>
              <a:t>predicts very few “needs repair” cases</a:t>
            </a:r>
            <a:r>
              <a:rPr lang="en-GB" sz="1200" dirty="0">
                <a:latin typeface="Assistant" panose="020B0604020202020204" charset="-79"/>
                <a:cs typeface="Assistant" panose="020B0604020202020204" charset="-79"/>
              </a:rPr>
              <a:t>, which may be because that class is </a:t>
            </a:r>
            <a:r>
              <a:rPr lang="en-GB" sz="1200" b="1" i="1" dirty="0">
                <a:latin typeface="Assistant" panose="020B0604020202020204" charset="-79"/>
                <a:cs typeface="Assistant" panose="020B0604020202020204" charset="-79"/>
              </a:rPr>
              <a:t>underrepresented</a:t>
            </a:r>
            <a:r>
              <a:rPr lang="en-GB" sz="1200" dirty="0">
                <a:latin typeface="Assistant" panose="020B0604020202020204" charset="-79"/>
                <a:cs typeface="Assistant" panose="020B0604020202020204" charset="-79"/>
              </a:rPr>
              <a:t> in the training data (class imbalance</a:t>
            </a:r>
            <a:r>
              <a:rPr lang="en-GB" sz="1200" dirty="0" smtClean="0">
                <a:latin typeface="Assistant" panose="020B0604020202020204" charset="-79"/>
                <a:cs typeface="Assistant" panose="020B0604020202020204" charset="-79"/>
              </a:rPr>
              <a:t>).</a:t>
            </a:r>
          </a:p>
          <a:p>
            <a:pPr algn="just"/>
            <a:r>
              <a:rPr lang="en-GB" sz="1200" dirty="0" smtClean="0">
                <a:latin typeface="Assistant" panose="020B0604020202020204" charset="-79"/>
                <a:cs typeface="Assistant" panose="020B0604020202020204" charset="-79"/>
              </a:rPr>
              <a:t>So</a:t>
            </a:r>
            <a:r>
              <a:rPr lang="en-GB" sz="1200" dirty="0">
                <a:latin typeface="Assistant" panose="020B0604020202020204" charset="-79"/>
                <a:cs typeface="Assistant" panose="020B0604020202020204" charset="-79"/>
              </a:rPr>
              <a:t>, although the model is accurate, it may not capture rare cases very well — </a:t>
            </a:r>
            <a:r>
              <a:rPr lang="en-GB" sz="1200" dirty="0" smtClean="0">
                <a:latin typeface="Assistant" panose="020B0604020202020204" charset="-79"/>
                <a:cs typeface="Assistant" panose="020B0604020202020204" charset="-79"/>
              </a:rPr>
              <a:t>It can be improve with </a:t>
            </a:r>
            <a:r>
              <a:rPr lang="en-GB" sz="1200" b="1" i="1" dirty="0">
                <a:latin typeface="Assistant" panose="020B0604020202020204" charset="-79"/>
                <a:cs typeface="Assistant" panose="020B0604020202020204" charset="-79"/>
              </a:rPr>
              <a:t>class weighting </a:t>
            </a:r>
            <a:r>
              <a:rPr lang="en-GB" sz="1200" dirty="0">
                <a:latin typeface="Assistant" panose="020B0604020202020204" charset="-79"/>
                <a:cs typeface="Assistant" panose="020B0604020202020204" charset="-79"/>
              </a:rPr>
              <a:t>or</a:t>
            </a:r>
            <a:r>
              <a:rPr lang="en-GB" sz="1200" b="1" i="1" dirty="0">
                <a:latin typeface="Assistant" panose="020B0604020202020204" charset="-79"/>
                <a:cs typeface="Assistant" panose="020B0604020202020204" charset="-79"/>
              </a:rPr>
              <a:t> data balancing</a:t>
            </a:r>
            <a:r>
              <a:rPr lang="en-GB" sz="1200" dirty="0">
                <a:latin typeface="Assistant" panose="020B0604020202020204" charset="-79"/>
                <a:cs typeface="Assistant" panose="020B0604020202020204" charset="-79"/>
              </a:rPr>
              <a:t> (e.g., SMOTE).</a:t>
            </a:r>
          </a:p>
        </p:txBody>
      </p:sp>
      <p:graphicFrame>
        <p:nvGraphicFramePr>
          <p:cNvPr id="15" name="Table 14"/>
          <p:cNvGraphicFramePr>
            <a:graphicFrameLocks noGrp="1"/>
          </p:cNvGraphicFramePr>
          <p:nvPr>
            <p:extLst>
              <p:ext uri="{D42A27DB-BD31-4B8C-83A1-F6EECF244321}">
                <p14:modId xmlns:p14="http://schemas.microsoft.com/office/powerpoint/2010/main" val="3712379219"/>
              </p:ext>
            </p:extLst>
          </p:nvPr>
        </p:nvGraphicFramePr>
        <p:xfrm>
          <a:off x="515363" y="825049"/>
          <a:ext cx="2659018" cy="1352884"/>
        </p:xfrm>
        <a:graphic>
          <a:graphicData uri="http://schemas.openxmlformats.org/drawingml/2006/table">
            <a:tbl>
              <a:tblPr/>
              <a:tblGrid>
                <a:gridCol w="1329509"/>
                <a:gridCol w="1329509"/>
              </a:tblGrid>
              <a:tr h="387455">
                <a:tc>
                  <a:txBody>
                    <a:bodyPr/>
                    <a:lstStyle/>
                    <a:p>
                      <a:pPr algn="l"/>
                      <a:r>
                        <a:rPr lang="en-US" sz="1050" dirty="0"/>
                        <a:t>Class</a:t>
                      </a:r>
                    </a:p>
                  </a:txBody>
                  <a:tcPr anchor="ctr">
                    <a:lnL>
                      <a:noFill/>
                    </a:lnL>
                    <a:lnR>
                      <a:noFill/>
                    </a:lnR>
                    <a:lnT>
                      <a:noFill/>
                    </a:lnT>
                    <a:lnB>
                      <a:noFill/>
                    </a:lnB>
                  </a:tcPr>
                </a:tc>
                <a:tc>
                  <a:txBody>
                    <a:bodyPr/>
                    <a:lstStyle/>
                    <a:p>
                      <a:pPr algn="l"/>
                      <a:r>
                        <a:rPr lang="en-US" sz="1050" dirty="0"/>
                        <a:t>Approx. % predicted</a:t>
                      </a:r>
                    </a:p>
                  </a:txBody>
                  <a:tcPr anchor="ctr">
                    <a:lnL>
                      <a:noFill/>
                    </a:lnL>
                    <a:lnR>
                      <a:noFill/>
                    </a:lnR>
                    <a:lnT>
                      <a:noFill/>
                    </a:lnT>
                    <a:lnB>
                      <a:noFill/>
                    </a:lnB>
                  </a:tcPr>
                </a:tc>
              </a:tr>
              <a:tr h="264962">
                <a:tc>
                  <a:txBody>
                    <a:bodyPr/>
                    <a:lstStyle/>
                    <a:p>
                      <a:pPr algn="l"/>
                      <a:r>
                        <a:rPr lang="en-US" sz="1050" dirty="0"/>
                        <a:t>Functional</a:t>
                      </a:r>
                    </a:p>
                  </a:txBody>
                  <a:tcPr anchor="ctr">
                    <a:lnL>
                      <a:noFill/>
                    </a:lnL>
                    <a:lnR>
                      <a:noFill/>
                    </a:lnR>
                    <a:lnT>
                      <a:noFill/>
                    </a:lnT>
                    <a:lnB>
                      <a:noFill/>
                    </a:lnB>
                  </a:tcPr>
                </a:tc>
                <a:tc>
                  <a:txBody>
                    <a:bodyPr/>
                    <a:lstStyle/>
                    <a:p>
                      <a:pPr algn="l"/>
                      <a:r>
                        <a:rPr lang="en-US" sz="1050" dirty="0"/>
                        <a:t>70.9%</a:t>
                      </a:r>
                    </a:p>
                  </a:txBody>
                  <a:tcPr anchor="ctr">
                    <a:lnL>
                      <a:noFill/>
                    </a:lnL>
                    <a:lnR>
                      <a:noFill/>
                    </a:lnR>
                    <a:lnT>
                      <a:noFill/>
                    </a:lnT>
                    <a:lnB>
                      <a:noFill/>
                    </a:lnB>
                  </a:tcPr>
                </a:tc>
              </a:tr>
              <a:tr h="264962">
                <a:tc>
                  <a:txBody>
                    <a:bodyPr/>
                    <a:lstStyle/>
                    <a:p>
                      <a:pPr algn="l"/>
                      <a:r>
                        <a:rPr lang="en-US" sz="1050" dirty="0"/>
                        <a:t>Non functional</a:t>
                      </a:r>
                    </a:p>
                  </a:txBody>
                  <a:tcPr anchor="ctr">
                    <a:lnL>
                      <a:noFill/>
                    </a:lnL>
                    <a:lnR>
                      <a:noFill/>
                    </a:lnR>
                    <a:lnT>
                      <a:noFill/>
                    </a:lnT>
                    <a:lnB>
                      <a:noFill/>
                    </a:lnB>
                  </a:tcPr>
                </a:tc>
                <a:tc>
                  <a:txBody>
                    <a:bodyPr/>
                    <a:lstStyle/>
                    <a:p>
                      <a:pPr algn="l"/>
                      <a:r>
                        <a:rPr lang="en-US" sz="1050"/>
                        <a:t>28.1%</a:t>
                      </a:r>
                    </a:p>
                  </a:txBody>
                  <a:tcPr anchor="ctr">
                    <a:lnL>
                      <a:noFill/>
                    </a:lnL>
                    <a:lnR>
                      <a:noFill/>
                    </a:lnR>
                    <a:lnT>
                      <a:noFill/>
                    </a:lnT>
                    <a:lnB>
                      <a:noFill/>
                    </a:lnB>
                  </a:tcPr>
                </a:tc>
              </a:tr>
              <a:tr h="387455">
                <a:tc>
                  <a:txBody>
                    <a:bodyPr/>
                    <a:lstStyle/>
                    <a:p>
                      <a:pPr algn="l"/>
                      <a:r>
                        <a:rPr lang="en-US" sz="1050" dirty="0"/>
                        <a:t>Functional needs repair</a:t>
                      </a:r>
                    </a:p>
                  </a:txBody>
                  <a:tcPr anchor="ctr">
                    <a:lnL>
                      <a:noFill/>
                    </a:lnL>
                    <a:lnR>
                      <a:noFill/>
                    </a:lnR>
                    <a:lnT>
                      <a:noFill/>
                    </a:lnT>
                    <a:lnB>
                      <a:noFill/>
                    </a:lnB>
                  </a:tcPr>
                </a:tc>
                <a:tc>
                  <a:txBody>
                    <a:bodyPr/>
                    <a:lstStyle/>
                    <a:p>
                      <a:pPr algn="l"/>
                      <a:r>
                        <a:rPr lang="en-US" sz="1050" dirty="0"/>
                        <a:t>0.97%</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6427750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7949944" y="4749900"/>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8</a:t>
            </a:fld>
            <a:r>
              <a:rPr lang="en" dirty="0" smtClean="0"/>
              <a:t>-12</a:t>
            </a:r>
            <a:endParaRPr dirty="0"/>
          </a:p>
        </p:txBody>
      </p:sp>
      <p:sp>
        <p:nvSpPr>
          <p:cNvPr id="1208" name="Google Shape;1208;p176"/>
          <p:cNvSpPr txBox="1">
            <a:spLocks noGrp="1"/>
          </p:cNvSpPr>
          <p:nvPr>
            <p:ph type="title" idx="4294967295"/>
          </p:nvPr>
        </p:nvSpPr>
        <p:spPr>
          <a:xfrm>
            <a:off x="222526" y="0"/>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a:solidFill>
                  <a:srgbClr val="58ADC5"/>
                </a:solidFill>
                <a:latin typeface="Roboto"/>
                <a:ea typeface="Roboto"/>
                <a:cs typeface="Roboto"/>
                <a:sym typeface="Roboto"/>
              </a:rPr>
              <a:t>Results &amp;</a:t>
            </a:r>
            <a:r>
              <a:rPr lang="en-US" b="1" dirty="0" smtClean="0">
                <a:solidFill>
                  <a:srgbClr val="58ADC5"/>
                </a:solidFill>
                <a:latin typeface="Roboto"/>
                <a:ea typeface="Roboto"/>
                <a:cs typeface="Roboto"/>
                <a:sym typeface="Roboto"/>
              </a:rPr>
              <a:t> </a:t>
            </a:r>
            <a:r>
              <a:rPr lang="en-US" b="1" dirty="0">
                <a:solidFill>
                  <a:srgbClr val="58ADC5"/>
                </a:solidFill>
                <a:latin typeface="Roboto"/>
                <a:ea typeface="Roboto"/>
                <a:cs typeface="Roboto"/>
                <a:sym typeface="Roboto"/>
              </a:rPr>
              <a:t>Key Findings</a:t>
            </a:r>
            <a:endParaRPr b="1" dirty="0">
              <a:solidFill>
                <a:srgbClr val="58ADC5"/>
              </a:solidFill>
              <a:latin typeface="Roboto"/>
              <a:ea typeface="Roboto"/>
              <a:cs typeface="Roboto"/>
              <a:sym typeface="Roboto"/>
            </a:endParaRPr>
          </a:p>
        </p:txBody>
      </p:sp>
      <p:sp>
        <p:nvSpPr>
          <p:cNvPr id="7" name="Rectangle 6"/>
          <p:cNvSpPr/>
          <p:nvPr/>
        </p:nvSpPr>
        <p:spPr>
          <a:xfrm>
            <a:off x="-63100" y="4927044"/>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sp>
        <p:nvSpPr>
          <p:cNvPr id="5" name="Rectangle 4"/>
          <p:cNvSpPr/>
          <p:nvPr/>
        </p:nvSpPr>
        <p:spPr>
          <a:xfrm>
            <a:off x="5864846" y="727043"/>
            <a:ext cx="2598235" cy="1600438"/>
          </a:xfrm>
          <a:prstGeom prst="rect">
            <a:avLst/>
          </a:prstGeom>
        </p:spPr>
        <p:txBody>
          <a:bodyPr wrap="square">
            <a:spAutoFit/>
          </a:bodyPr>
          <a:lstStyle/>
          <a:p>
            <a:r>
              <a:rPr lang="en-GB" b="1" dirty="0">
                <a:solidFill>
                  <a:srgbClr val="58ADC5"/>
                </a:solidFill>
                <a:latin typeface="Roboto" panose="020B0604020202020204" charset="0"/>
                <a:ea typeface="Roboto" panose="020B0604020202020204" charset="0"/>
              </a:rPr>
              <a:t>Top </a:t>
            </a:r>
            <a:r>
              <a:rPr lang="en-GB" b="1" dirty="0" smtClean="0">
                <a:solidFill>
                  <a:srgbClr val="58ADC5"/>
                </a:solidFill>
                <a:latin typeface="Roboto" panose="020B0604020202020204" charset="0"/>
                <a:ea typeface="Roboto" panose="020B0604020202020204" charset="0"/>
              </a:rPr>
              <a:t>Feature Importance:</a:t>
            </a:r>
          </a:p>
          <a:p>
            <a:endParaRPr lang="en-GB" b="1" dirty="0">
              <a:solidFill>
                <a:srgbClr val="58ADC5"/>
              </a:solidFill>
              <a:latin typeface="Roboto" panose="020B0604020202020204" charset="0"/>
              <a:ea typeface="Roboto" panose="020B0604020202020204" charset="0"/>
            </a:endParaRPr>
          </a:p>
          <a:p>
            <a:pPr marL="285750" indent="-285750">
              <a:buFont typeface="Wingdings" panose="05000000000000000000" pitchFamily="2" charset="2"/>
              <a:buChar char="q"/>
            </a:pPr>
            <a:r>
              <a:rPr lang="en-GB" dirty="0" smtClean="0"/>
              <a:t>Latitude</a:t>
            </a:r>
            <a:endParaRPr lang="en-GB" dirty="0"/>
          </a:p>
          <a:p>
            <a:pPr marL="285750" indent="-285750">
              <a:buFont typeface="Wingdings" panose="05000000000000000000" pitchFamily="2" charset="2"/>
              <a:buChar char="q"/>
            </a:pPr>
            <a:r>
              <a:rPr lang="en-GB" dirty="0" smtClean="0"/>
              <a:t>Longitude</a:t>
            </a:r>
            <a:endParaRPr lang="en-GB" dirty="0"/>
          </a:p>
          <a:p>
            <a:pPr marL="285750" indent="-285750">
              <a:buFont typeface="Wingdings" panose="05000000000000000000" pitchFamily="2" charset="2"/>
              <a:buChar char="q"/>
            </a:pPr>
            <a:r>
              <a:rPr lang="en-GB" dirty="0" smtClean="0"/>
              <a:t>GPS Height</a:t>
            </a:r>
            <a:endParaRPr lang="en-GB" dirty="0"/>
          </a:p>
          <a:p>
            <a:pPr marL="285750" indent="-285750">
              <a:buFont typeface="Wingdings" panose="05000000000000000000" pitchFamily="2" charset="2"/>
              <a:buChar char="q"/>
            </a:pPr>
            <a:r>
              <a:rPr lang="en-GB" dirty="0" smtClean="0"/>
              <a:t>Construction Year</a:t>
            </a:r>
          </a:p>
          <a:p>
            <a:pPr marL="285750" indent="-285750">
              <a:buFont typeface="Wingdings" panose="05000000000000000000" pitchFamily="2" charset="2"/>
              <a:buChar char="q"/>
            </a:pPr>
            <a:r>
              <a:rPr lang="en-GB" dirty="0" smtClean="0"/>
              <a:t>Population</a:t>
            </a:r>
            <a:endParaRPr lang="en-GB" dirty="0"/>
          </a:p>
        </p:txBody>
      </p:sp>
      <p:pic>
        <p:nvPicPr>
          <p:cNvPr id="2" name="Picture 1"/>
          <p:cNvPicPr>
            <a:picLocks noChangeAspect="1"/>
          </p:cNvPicPr>
          <p:nvPr/>
        </p:nvPicPr>
        <p:blipFill>
          <a:blip r:embed="rId3"/>
          <a:stretch>
            <a:fillRect/>
          </a:stretch>
        </p:blipFill>
        <p:spPr>
          <a:xfrm>
            <a:off x="356568" y="1066658"/>
            <a:ext cx="4212474" cy="2869722"/>
          </a:xfrm>
          <a:prstGeom prst="rect">
            <a:avLst/>
          </a:prstGeom>
        </p:spPr>
      </p:pic>
      <p:pic>
        <p:nvPicPr>
          <p:cNvPr id="8" name="Picture 7"/>
          <p:cNvPicPr>
            <a:picLocks noChangeAspect="1"/>
          </p:cNvPicPr>
          <p:nvPr/>
        </p:nvPicPr>
        <p:blipFill>
          <a:blip r:embed="rId4"/>
          <a:stretch>
            <a:fillRect/>
          </a:stretch>
        </p:blipFill>
        <p:spPr>
          <a:xfrm>
            <a:off x="4654585" y="2356624"/>
            <a:ext cx="4005857" cy="2485462"/>
          </a:xfrm>
          <a:prstGeom prst="rect">
            <a:avLst/>
          </a:prstGeom>
        </p:spPr>
      </p:pic>
    </p:spTree>
    <p:extLst>
      <p:ext uri="{BB962C8B-B14F-4D97-AF65-F5344CB8AC3E}">
        <p14:creationId xmlns:p14="http://schemas.microsoft.com/office/powerpoint/2010/main" val="24485644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7949944" y="4749900"/>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9</a:t>
            </a:fld>
            <a:r>
              <a:rPr lang="en" dirty="0" smtClean="0"/>
              <a:t>-12</a:t>
            </a:r>
            <a:endParaRPr dirty="0"/>
          </a:p>
        </p:txBody>
      </p:sp>
      <p:sp>
        <p:nvSpPr>
          <p:cNvPr id="1208" name="Google Shape;1208;p176"/>
          <p:cNvSpPr txBox="1">
            <a:spLocks noGrp="1"/>
          </p:cNvSpPr>
          <p:nvPr>
            <p:ph type="title" idx="4294967295"/>
          </p:nvPr>
        </p:nvSpPr>
        <p:spPr>
          <a:xfrm>
            <a:off x="274904" y="40508"/>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a:solidFill>
                  <a:srgbClr val="58ADC5"/>
                </a:solidFill>
                <a:latin typeface="Roboto"/>
                <a:ea typeface="Roboto"/>
                <a:cs typeface="Roboto"/>
                <a:sym typeface="Roboto"/>
              </a:rPr>
              <a:t>Final Summary Table</a:t>
            </a:r>
            <a:endParaRPr b="1" dirty="0">
              <a:solidFill>
                <a:srgbClr val="58ADC5"/>
              </a:solidFill>
              <a:latin typeface="Roboto"/>
              <a:ea typeface="Roboto"/>
              <a:cs typeface="Roboto"/>
              <a:sym typeface="Roboto"/>
            </a:endParaRPr>
          </a:p>
        </p:txBody>
      </p:sp>
      <p:sp>
        <p:nvSpPr>
          <p:cNvPr id="7" name="Rectangle 6"/>
          <p:cNvSpPr/>
          <p:nvPr/>
        </p:nvSpPr>
        <p:spPr>
          <a:xfrm>
            <a:off x="-63100" y="4927044"/>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graphicFrame>
        <p:nvGraphicFramePr>
          <p:cNvPr id="3" name="Table 2"/>
          <p:cNvGraphicFramePr>
            <a:graphicFrameLocks noGrp="1"/>
          </p:cNvGraphicFramePr>
          <p:nvPr>
            <p:extLst>
              <p:ext uri="{D42A27DB-BD31-4B8C-83A1-F6EECF244321}">
                <p14:modId xmlns:p14="http://schemas.microsoft.com/office/powerpoint/2010/main" val="4029765481"/>
              </p:ext>
            </p:extLst>
          </p:nvPr>
        </p:nvGraphicFramePr>
        <p:xfrm>
          <a:off x="274904" y="828897"/>
          <a:ext cx="5108364" cy="4027440"/>
        </p:xfrm>
        <a:graphic>
          <a:graphicData uri="http://schemas.openxmlformats.org/drawingml/2006/table">
            <a:tbl>
              <a:tblPr/>
              <a:tblGrid>
                <a:gridCol w="1702788"/>
                <a:gridCol w="1702788"/>
                <a:gridCol w="1702788"/>
              </a:tblGrid>
              <a:tr h="217599">
                <a:tc>
                  <a:txBody>
                    <a:bodyPr/>
                    <a:lstStyle/>
                    <a:p>
                      <a:pPr algn="l"/>
                      <a:r>
                        <a:rPr lang="en-US" sz="1000" dirty="0"/>
                        <a:t>Column</a:t>
                      </a:r>
                    </a:p>
                  </a:txBody>
                  <a:tcPr marL="65280" marR="65280" marT="32640" marB="32640" anchor="ctr">
                    <a:lnL>
                      <a:noFill/>
                    </a:lnL>
                    <a:lnR>
                      <a:noFill/>
                    </a:lnR>
                    <a:lnT>
                      <a:noFill/>
                    </a:lnT>
                    <a:lnB>
                      <a:noFill/>
                    </a:lnB>
                  </a:tcPr>
                </a:tc>
                <a:tc>
                  <a:txBody>
                    <a:bodyPr/>
                    <a:lstStyle/>
                    <a:p>
                      <a:pPr algn="l"/>
                      <a:r>
                        <a:rPr lang="en-US" sz="1000"/>
                        <a:t>Meaning</a:t>
                      </a:r>
                    </a:p>
                  </a:txBody>
                  <a:tcPr marL="65280" marR="65280" marT="32640" marB="32640" anchor="ctr">
                    <a:lnL>
                      <a:noFill/>
                    </a:lnL>
                    <a:lnR>
                      <a:noFill/>
                    </a:lnR>
                    <a:lnT>
                      <a:noFill/>
                    </a:lnT>
                    <a:lnB>
                      <a:noFill/>
                    </a:lnB>
                  </a:tcPr>
                </a:tc>
                <a:tc>
                  <a:txBody>
                    <a:bodyPr/>
                    <a:lstStyle/>
                    <a:p>
                      <a:pPr algn="l"/>
                      <a:r>
                        <a:rPr lang="en-US" sz="1000"/>
                        <a:t>Example Interpretation</a:t>
                      </a:r>
                    </a:p>
                  </a:txBody>
                  <a:tcPr marL="65280" marR="65280" marT="32640" marB="32640" anchor="ctr">
                    <a:lnL>
                      <a:noFill/>
                    </a:lnL>
                    <a:lnR>
                      <a:noFill/>
                    </a:lnR>
                    <a:lnT>
                      <a:noFill/>
                    </a:lnT>
                    <a:lnB>
                      <a:noFill/>
                    </a:lnB>
                  </a:tcPr>
                </a:tc>
              </a:tr>
              <a:tr h="522237">
                <a:tc>
                  <a:txBody>
                    <a:bodyPr/>
                    <a:lstStyle/>
                    <a:p>
                      <a:pPr algn="l"/>
                      <a:r>
                        <a:rPr lang="en-US" sz="1000" b="1" dirty="0"/>
                        <a:t>Model</a:t>
                      </a:r>
                      <a:endParaRPr lang="en-US" sz="1000" dirty="0"/>
                    </a:p>
                  </a:txBody>
                  <a:tcPr marL="65280" marR="65280" marT="32640" marB="32640" anchor="ctr">
                    <a:lnL>
                      <a:noFill/>
                    </a:lnL>
                    <a:lnR>
                      <a:noFill/>
                    </a:lnR>
                    <a:lnT>
                      <a:noFill/>
                    </a:lnT>
                    <a:lnB>
                      <a:noFill/>
                    </a:lnB>
                  </a:tcPr>
                </a:tc>
                <a:tc>
                  <a:txBody>
                    <a:bodyPr/>
                    <a:lstStyle/>
                    <a:p>
                      <a:pPr algn="l"/>
                      <a:r>
                        <a:rPr lang="en-GB" sz="1000" dirty="0"/>
                        <a:t>The name of each machine learning model you tested.</a:t>
                      </a:r>
                    </a:p>
                  </a:txBody>
                  <a:tcPr marL="65280" marR="65280" marT="32640" marB="32640" anchor="ctr">
                    <a:lnL>
                      <a:noFill/>
                    </a:lnL>
                    <a:lnR>
                      <a:noFill/>
                    </a:lnR>
                    <a:lnT>
                      <a:noFill/>
                    </a:lnT>
                    <a:lnB>
                      <a:noFill/>
                    </a:lnB>
                  </a:tcPr>
                </a:tc>
                <a:tc>
                  <a:txBody>
                    <a:bodyPr/>
                    <a:lstStyle/>
                    <a:p>
                      <a:pPr algn="l"/>
                      <a:r>
                        <a:rPr lang="en-GB" sz="1000" dirty="0"/>
                        <a:t>Random Forest, </a:t>
                      </a:r>
                      <a:r>
                        <a:rPr lang="en-GB" sz="1000" dirty="0" err="1"/>
                        <a:t>LightGBM</a:t>
                      </a:r>
                      <a:r>
                        <a:rPr lang="en-GB" sz="1000" dirty="0"/>
                        <a:t>, </a:t>
                      </a:r>
                      <a:r>
                        <a:rPr lang="en-GB" sz="1000" dirty="0" err="1"/>
                        <a:t>CatBoost</a:t>
                      </a:r>
                      <a:r>
                        <a:rPr lang="en-GB" sz="1000" dirty="0"/>
                        <a:t>, Gradient Boosting, Logistic Regression.</a:t>
                      </a:r>
                    </a:p>
                  </a:txBody>
                  <a:tcPr marL="65280" marR="65280" marT="32640" marB="32640" anchor="ctr">
                    <a:lnL>
                      <a:noFill/>
                    </a:lnL>
                    <a:lnR>
                      <a:noFill/>
                    </a:lnR>
                    <a:lnT>
                      <a:noFill/>
                    </a:lnT>
                    <a:lnB>
                      <a:noFill/>
                    </a:lnB>
                  </a:tcPr>
                </a:tc>
              </a:tr>
              <a:tr h="369918">
                <a:tc>
                  <a:txBody>
                    <a:bodyPr/>
                    <a:lstStyle/>
                    <a:p>
                      <a:pPr algn="l"/>
                      <a:r>
                        <a:rPr lang="en-US" sz="1000" b="1"/>
                        <a:t>Accuracy</a:t>
                      </a:r>
                      <a:endParaRPr lang="en-US" sz="1000"/>
                    </a:p>
                  </a:txBody>
                  <a:tcPr marL="65280" marR="65280" marT="32640" marB="32640" anchor="ctr">
                    <a:lnL>
                      <a:noFill/>
                    </a:lnL>
                    <a:lnR>
                      <a:noFill/>
                    </a:lnR>
                    <a:lnT>
                      <a:noFill/>
                    </a:lnT>
                    <a:lnB>
                      <a:noFill/>
                    </a:lnB>
                  </a:tcPr>
                </a:tc>
                <a:tc>
                  <a:txBody>
                    <a:bodyPr/>
                    <a:lstStyle/>
                    <a:p>
                      <a:pPr algn="l"/>
                      <a:r>
                        <a:rPr lang="en-GB" sz="1000"/>
                        <a:t>The percentage of correct predictions on the validation set.</a:t>
                      </a:r>
                    </a:p>
                  </a:txBody>
                  <a:tcPr marL="65280" marR="65280" marT="32640" marB="32640" anchor="ctr">
                    <a:lnL>
                      <a:noFill/>
                    </a:lnL>
                    <a:lnR>
                      <a:noFill/>
                    </a:lnR>
                    <a:lnT>
                      <a:noFill/>
                    </a:lnT>
                    <a:lnB>
                      <a:noFill/>
                    </a:lnB>
                  </a:tcPr>
                </a:tc>
                <a:tc>
                  <a:txBody>
                    <a:bodyPr/>
                    <a:lstStyle/>
                    <a:p>
                      <a:pPr algn="l"/>
                      <a:r>
                        <a:rPr lang="en-GB" sz="1000" dirty="0"/>
                        <a:t>0.804545 → 80.45% of all predictions were correct.</a:t>
                      </a:r>
                    </a:p>
                  </a:txBody>
                  <a:tcPr marL="65280" marR="65280" marT="32640" marB="32640" anchor="ctr">
                    <a:lnL>
                      <a:noFill/>
                    </a:lnL>
                    <a:lnR>
                      <a:noFill/>
                    </a:lnR>
                    <a:lnT>
                      <a:noFill/>
                    </a:lnT>
                    <a:lnB>
                      <a:noFill/>
                    </a:lnB>
                  </a:tcPr>
                </a:tc>
              </a:tr>
              <a:tr h="522237">
                <a:tc>
                  <a:txBody>
                    <a:bodyPr/>
                    <a:lstStyle/>
                    <a:p>
                      <a:pPr algn="l"/>
                      <a:r>
                        <a:rPr lang="en-US" sz="1000" b="1"/>
                        <a:t>F1_macro</a:t>
                      </a:r>
                      <a:endParaRPr lang="en-US" sz="1000"/>
                    </a:p>
                  </a:txBody>
                  <a:tcPr marL="65280" marR="65280" marT="32640" marB="32640" anchor="ctr">
                    <a:lnL>
                      <a:noFill/>
                    </a:lnL>
                    <a:lnR>
                      <a:noFill/>
                    </a:lnR>
                    <a:lnT>
                      <a:noFill/>
                    </a:lnT>
                    <a:lnB>
                      <a:noFill/>
                    </a:lnB>
                  </a:tcPr>
                </a:tc>
                <a:tc>
                  <a:txBody>
                    <a:bodyPr/>
                    <a:lstStyle/>
                    <a:p>
                      <a:pPr algn="l"/>
                      <a:r>
                        <a:rPr lang="en-GB" sz="1000" dirty="0"/>
                        <a:t>The average F1-score across all classes (treats each class equally).</a:t>
                      </a:r>
                    </a:p>
                  </a:txBody>
                  <a:tcPr marL="65280" marR="65280" marT="32640" marB="32640" anchor="ctr">
                    <a:lnL>
                      <a:noFill/>
                    </a:lnL>
                    <a:lnR>
                      <a:noFill/>
                    </a:lnR>
                    <a:lnT>
                      <a:noFill/>
                    </a:lnT>
                    <a:lnB>
                      <a:noFill/>
                    </a:lnB>
                  </a:tcPr>
                </a:tc>
                <a:tc>
                  <a:txBody>
                    <a:bodyPr/>
                    <a:lstStyle/>
                    <a:p>
                      <a:pPr algn="l"/>
                      <a:r>
                        <a:rPr lang="en-GB" sz="1000"/>
                        <a:t>0.681711 → overall balanced performance across all classes.</a:t>
                      </a:r>
                    </a:p>
                  </a:txBody>
                  <a:tcPr marL="65280" marR="65280" marT="32640" marB="32640" anchor="ctr">
                    <a:lnL>
                      <a:noFill/>
                    </a:lnL>
                    <a:lnR>
                      <a:noFill/>
                    </a:lnR>
                    <a:lnT>
                      <a:noFill/>
                    </a:lnT>
                    <a:lnB>
                      <a:noFill/>
                    </a:lnB>
                  </a:tcPr>
                </a:tc>
              </a:tr>
              <a:tr h="522237">
                <a:tc>
                  <a:txBody>
                    <a:bodyPr/>
                    <a:lstStyle/>
                    <a:p>
                      <a:pPr algn="l"/>
                      <a:r>
                        <a:rPr lang="en-US" sz="1000" b="1"/>
                        <a:t>F1_weighted</a:t>
                      </a:r>
                      <a:endParaRPr lang="en-US" sz="1000"/>
                    </a:p>
                  </a:txBody>
                  <a:tcPr marL="65280" marR="65280" marT="32640" marB="32640" anchor="ctr">
                    <a:lnL>
                      <a:noFill/>
                    </a:lnL>
                    <a:lnR>
                      <a:noFill/>
                    </a:lnR>
                    <a:lnT>
                      <a:noFill/>
                    </a:lnT>
                    <a:lnB>
                      <a:noFill/>
                    </a:lnB>
                  </a:tcPr>
                </a:tc>
                <a:tc>
                  <a:txBody>
                    <a:bodyPr/>
                    <a:lstStyle/>
                    <a:p>
                      <a:pPr algn="l"/>
                      <a:r>
                        <a:rPr lang="en-GB" sz="1000"/>
                        <a:t>F1-score weighted by class frequency (accounts for class imbalance).</a:t>
                      </a:r>
                    </a:p>
                  </a:txBody>
                  <a:tcPr marL="65280" marR="65280" marT="32640" marB="32640" anchor="ctr">
                    <a:lnL>
                      <a:noFill/>
                    </a:lnL>
                    <a:lnR>
                      <a:noFill/>
                    </a:lnR>
                    <a:lnT>
                      <a:noFill/>
                    </a:lnT>
                    <a:lnB>
                      <a:noFill/>
                    </a:lnB>
                  </a:tcPr>
                </a:tc>
                <a:tc>
                  <a:txBody>
                    <a:bodyPr/>
                    <a:lstStyle/>
                    <a:p>
                      <a:pPr algn="l"/>
                      <a:r>
                        <a:rPr lang="en-GB" sz="1000" dirty="0"/>
                        <a:t>0.797483 → performance adjusted for uneven class sizes.</a:t>
                      </a:r>
                    </a:p>
                  </a:txBody>
                  <a:tcPr marL="65280" marR="65280" marT="32640" marB="32640" anchor="ctr">
                    <a:lnL>
                      <a:noFill/>
                    </a:lnL>
                    <a:lnR>
                      <a:noFill/>
                    </a:lnR>
                    <a:lnT>
                      <a:noFill/>
                    </a:lnT>
                    <a:lnB>
                      <a:noFill/>
                    </a:lnB>
                  </a:tcPr>
                </a:tc>
              </a:tr>
              <a:tr h="522237">
                <a:tc>
                  <a:txBody>
                    <a:bodyPr/>
                    <a:lstStyle/>
                    <a:p>
                      <a:pPr algn="l"/>
                      <a:r>
                        <a:rPr lang="en-US" sz="1000" b="1"/>
                        <a:t>Test_functional_Prop</a:t>
                      </a:r>
                      <a:endParaRPr lang="en-US" sz="1000"/>
                    </a:p>
                  </a:txBody>
                  <a:tcPr marL="65280" marR="65280" marT="32640" marB="32640" anchor="ctr">
                    <a:lnL>
                      <a:noFill/>
                    </a:lnL>
                    <a:lnR>
                      <a:noFill/>
                    </a:lnR>
                    <a:lnT>
                      <a:noFill/>
                    </a:lnT>
                    <a:lnB>
                      <a:noFill/>
                    </a:lnB>
                  </a:tcPr>
                </a:tc>
                <a:tc>
                  <a:txBody>
                    <a:bodyPr/>
                    <a:lstStyle/>
                    <a:p>
                      <a:pPr algn="l"/>
                      <a:r>
                        <a:rPr lang="en-GB" sz="1000"/>
                        <a:t>The proportion of test predictions labeled “functional”.</a:t>
                      </a:r>
                    </a:p>
                  </a:txBody>
                  <a:tcPr marL="65280" marR="65280" marT="32640" marB="32640" anchor="ctr">
                    <a:lnL>
                      <a:noFill/>
                    </a:lnL>
                    <a:lnR>
                      <a:noFill/>
                    </a:lnR>
                    <a:lnT>
                      <a:noFill/>
                    </a:lnT>
                    <a:lnB>
                      <a:noFill/>
                    </a:lnB>
                  </a:tcPr>
                </a:tc>
                <a:tc>
                  <a:txBody>
                    <a:bodyPr/>
                    <a:lstStyle/>
                    <a:p>
                      <a:pPr algn="l"/>
                      <a:r>
                        <a:rPr lang="en-GB" sz="1000" dirty="0"/>
                        <a:t>0.709091 → about 70.9% of pumps were predicted to be functional.</a:t>
                      </a:r>
                    </a:p>
                  </a:txBody>
                  <a:tcPr marL="65280" marR="65280" marT="32640" marB="32640" anchor="ctr">
                    <a:lnL>
                      <a:noFill/>
                    </a:lnL>
                    <a:lnR>
                      <a:noFill/>
                    </a:lnR>
                    <a:lnT>
                      <a:noFill/>
                    </a:lnT>
                    <a:lnB>
                      <a:noFill/>
                    </a:lnB>
                  </a:tcPr>
                </a:tc>
              </a:tr>
              <a:tr h="369918">
                <a:tc>
                  <a:txBody>
                    <a:bodyPr/>
                    <a:lstStyle/>
                    <a:p>
                      <a:pPr algn="l"/>
                      <a:r>
                        <a:rPr lang="en-US" sz="1000" b="1"/>
                        <a:t>Test_non functional_Prop</a:t>
                      </a:r>
                      <a:endParaRPr lang="en-US" sz="1000"/>
                    </a:p>
                  </a:txBody>
                  <a:tcPr marL="65280" marR="65280" marT="32640" marB="32640" anchor="ctr">
                    <a:lnL>
                      <a:noFill/>
                    </a:lnL>
                    <a:lnR>
                      <a:noFill/>
                    </a:lnR>
                    <a:lnT>
                      <a:noFill/>
                    </a:lnT>
                    <a:lnB>
                      <a:noFill/>
                    </a:lnB>
                  </a:tcPr>
                </a:tc>
                <a:tc>
                  <a:txBody>
                    <a:bodyPr/>
                    <a:lstStyle/>
                    <a:p>
                      <a:pPr algn="l"/>
                      <a:r>
                        <a:rPr lang="en-GB" sz="1000"/>
                        <a:t>The proportion of test predictions labeled “non functional”.</a:t>
                      </a:r>
                    </a:p>
                  </a:txBody>
                  <a:tcPr marL="65280" marR="65280" marT="32640" marB="32640" anchor="ctr">
                    <a:lnL>
                      <a:noFill/>
                    </a:lnL>
                    <a:lnR>
                      <a:noFill/>
                    </a:lnR>
                    <a:lnT>
                      <a:noFill/>
                    </a:lnT>
                    <a:lnB>
                      <a:noFill/>
                    </a:lnB>
                  </a:tcPr>
                </a:tc>
                <a:tc>
                  <a:txBody>
                    <a:bodyPr/>
                    <a:lstStyle/>
                    <a:p>
                      <a:pPr algn="l"/>
                      <a:r>
                        <a:rPr lang="en-GB" sz="1000"/>
                        <a:t>0.281145 → about 28.1% predicted as non functional.</a:t>
                      </a:r>
                    </a:p>
                  </a:txBody>
                  <a:tcPr marL="65280" marR="65280" marT="32640" marB="32640" anchor="ctr">
                    <a:lnL>
                      <a:noFill/>
                    </a:lnL>
                    <a:lnR>
                      <a:noFill/>
                    </a:lnR>
                    <a:lnT>
                      <a:noFill/>
                    </a:lnT>
                    <a:lnB>
                      <a:noFill/>
                    </a:lnB>
                  </a:tcPr>
                </a:tc>
              </a:tr>
              <a:tr h="369918">
                <a:tc>
                  <a:txBody>
                    <a:bodyPr/>
                    <a:lstStyle/>
                    <a:p>
                      <a:pPr algn="l"/>
                      <a:r>
                        <a:rPr lang="en-US" sz="1000" b="1"/>
                        <a:t>Test_functional needs repair_Prop</a:t>
                      </a:r>
                      <a:endParaRPr lang="en-US" sz="1000"/>
                    </a:p>
                  </a:txBody>
                  <a:tcPr marL="65280" marR="65280" marT="32640" marB="32640" anchor="ctr">
                    <a:lnL>
                      <a:noFill/>
                    </a:lnL>
                    <a:lnR>
                      <a:noFill/>
                    </a:lnR>
                    <a:lnT>
                      <a:noFill/>
                    </a:lnT>
                    <a:lnB>
                      <a:noFill/>
                    </a:lnB>
                  </a:tcPr>
                </a:tc>
                <a:tc>
                  <a:txBody>
                    <a:bodyPr/>
                    <a:lstStyle/>
                    <a:p>
                      <a:pPr algn="l"/>
                      <a:r>
                        <a:rPr lang="en-GB" sz="1000" dirty="0"/>
                        <a:t>The proportion predicted as “functional but needs repair”.</a:t>
                      </a:r>
                    </a:p>
                  </a:txBody>
                  <a:tcPr marL="65280" marR="65280" marT="32640" marB="32640" anchor="ctr">
                    <a:lnL>
                      <a:noFill/>
                    </a:lnL>
                    <a:lnR>
                      <a:noFill/>
                    </a:lnR>
                    <a:lnT>
                      <a:noFill/>
                    </a:lnT>
                    <a:lnB>
                      <a:noFill/>
                    </a:lnB>
                  </a:tcPr>
                </a:tc>
                <a:tc>
                  <a:txBody>
                    <a:bodyPr/>
                    <a:lstStyle/>
                    <a:p>
                      <a:pPr algn="l"/>
                      <a:r>
                        <a:rPr lang="en-GB" sz="1000" dirty="0"/>
                        <a:t>0.009764 → about 0.97% predicted as needing repair.</a:t>
                      </a:r>
                    </a:p>
                  </a:txBody>
                  <a:tcPr marL="65280" marR="65280" marT="32640" marB="32640" anchor="ctr">
                    <a:lnL>
                      <a:noFill/>
                    </a:lnL>
                    <a:lnR>
                      <a:noFill/>
                    </a:lnR>
                    <a:lnT>
                      <a:noFill/>
                    </a:lnT>
                    <a:lnB>
                      <a:noFill/>
                    </a:lnB>
                  </a:tcPr>
                </a:tc>
              </a:tr>
            </a:tbl>
          </a:graphicData>
        </a:graphic>
      </p:graphicFrame>
      <p:pic>
        <p:nvPicPr>
          <p:cNvPr id="9" name="Picture 8"/>
          <p:cNvPicPr>
            <a:picLocks noChangeAspect="1"/>
          </p:cNvPicPr>
          <p:nvPr/>
        </p:nvPicPr>
        <p:blipFill rotWithShape="1">
          <a:blip r:embed="rId3"/>
          <a:srcRect t="5778"/>
          <a:stretch/>
        </p:blipFill>
        <p:spPr>
          <a:xfrm>
            <a:off x="5461327" y="1077560"/>
            <a:ext cx="3571160" cy="3152078"/>
          </a:xfrm>
          <a:prstGeom prst="rect">
            <a:avLst/>
          </a:prstGeom>
        </p:spPr>
      </p:pic>
      <p:sp>
        <p:nvSpPr>
          <p:cNvPr id="10" name="Rectangle 9"/>
          <p:cNvSpPr/>
          <p:nvPr/>
        </p:nvSpPr>
        <p:spPr>
          <a:xfrm>
            <a:off x="6164838" y="781446"/>
            <a:ext cx="2486578" cy="307777"/>
          </a:xfrm>
          <a:prstGeom prst="rect">
            <a:avLst/>
          </a:prstGeom>
        </p:spPr>
        <p:txBody>
          <a:bodyPr wrap="none">
            <a:spAutoFit/>
          </a:bodyPr>
          <a:lstStyle/>
          <a:p>
            <a:pPr lvl="0"/>
            <a:r>
              <a:rPr lang="en-US" b="1" dirty="0">
                <a:solidFill>
                  <a:srgbClr val="58ADC5"/>
                </a:solidFill>
                <a:latin typeface="Roboto" panose="020B0604020202020204" charset="0"/>
                <a:ea typeface="Roboto" panose="020B0604020202020204" charset="0"/>
              </a:rPr>
              <a:t>Model Accuracy comparison</a:t>
            </a:r>
            <a:endParaRPr lang="en-US" b="1" dirty="0">
              <a:solidFill>
                <a:srgbClr val="58ADC5"/>
              </a:solidFill>
              <a:latin typeface="Roboto" panose="020B0604020202020204" charset="0"/>
              <a:ea typeface="Roboto" panose="020B0604020202020204" charset="0"/>
            </a:endParaRPr>
          </a:p>
        </p:txBody>
      </p:sp>
      <p:sp>
        <p:nvSpPr>
          <p:cNvPr id="11" name="Rectangle 10"/>
          <p:cNvSpPr/>
          <p:nvPr/>
        </p:nvSpPr>
        <p:spPr>
          <a:xfrm>
            <a:off x="6019800" y="4272837"/>
            <a:ext cx="2776654" cy="523220"/>
          </a:xfrm>
          <a:prstGeom prst="rect">
            <a:avLst/>
          </a:prstGeom>
        </p:spPr>
        <p:txBody>
          <a:bodyPr wrap="square">
            <a:spAutoFit/>
          </a:bodyPr>
          <a:lstStyle/>
          <a:p>
            <a:pPr lvl="0"/>
            <a:r>
              <a:rPr lang="en-GB" i="1" dirty="0" smtClean="0">
                <a:solidFill>
                  <a:srgbClr val="58ADC5"/>
                </a:solidFill>
                <a:latin typeface="Assistant" panose="020B0604020202020204" charset="-79"/>
                <a:cs typeface="Assistant" panose="020B0604020202020204" charset="-79"/>
              </a:rPr>
              <a:t>Random </a:t>
            </a:r>
            <a:r>
              <a:rPr lang="en-GB" i="1" dirty="0">
                <a:solidFill>
                  <a:srgbClr val="58ADC5"/>
                </a:solidFill>
                <a:latin typeface="Assistant" panose="020B0604020202020204" charset="-79"/>
                <a:cs typeface="Assistant" panose="020B0604020202020204" charset="-79"/>
              </a:rPr>
              <a:t>Forest provided the most balanced performance.</a:t>
            </a:r>
            <a:endParaRPr lang="en-GB" i="1" dirty="0">
              <a:solidFill>
                <a:srgbClr val="58ADC5"/>
              </a:solidFill>
              <a:latin typeface="Assistant" panose="020B0604020202020204" charset="-79"/>
              <a:cs typeface="Assistant" panose="020B0604020202020204" charset="-79"/>
            </a:endParaRPr>
          </a:p>
        </p:txBody>
      </p:sp>
    </p:spTree>
    <p:extLst>
      <p:ext uri="{BB962C8B-B14F-4D97-AF65-F5344CB8AC3E}">
        <p14:creationId xmlns:p14="http://schemas.microsoft.com/office/powerpoint/2010/main" val="6670175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56"/>
          <p:cNvSpPr txBox="1">
            <a:spLocks noGrp="1"/>
          </p:cNvSpPr>
          <p:nvPr>
            <p:ph type="title"/>
          </p:nvPr>
        </p:nvSpPr>
        <p:spPr>
          <a:xfrm>
            <a:off x="377775" y="315087"/>
            <a:ext cx="8147100" cy="572700"/>
          </a:xfrm>
          <a:prstGeom prst="rect">
            <a:avLst/>
          </a:prstGeom>
          <a:noFill/>
          <a:ln>
            <a:noFill/>
          </a:ln>
        </p:spPr>
        <p:txBody>
          <a:bodyPr spcFirstLastPara="1" wrap="square" lIns="91425" tIns="91425" rIns="91425" bIns="91425" anchor="ctr" anchorCtr="0">
            <a:noAutofit/>
          </a:bodyPr>
          <a:lstStyle/>
          <a:p>
            <a:pPr lvl="0" algn="ctr">
              <a:buSzPts val="990"/>
            </a:pPr>
            <a:r>
              <a:rPr lang="en-US" dirty="0">
                <a:solidFill>
                  <a:srgbClr val="58ADC5"/>
                </a:solidFill>
                <a:latin typeface="Assistant Medium"/>
                <a:ea typeface="Assistant Medium"/>
                <a:cs typeface="Assistant Medium"/>
                <a:sym typeface="Assistant Medium"/>
              </a:rPr>
              <a:t>K</a:t>
            </a:r>
            <a:r>
              <a:rPr lang="en-US" dirty="0" smtClean="0">
                <a:solidFill>
                  <a:srgbClr val="58ADC5"/>
                </a:solidFill>
                <a:latin typeface="Assistant Medium"/>
                <a:ea typeface="Assistant Medium"/>
                <a:cs typeface="Assistant Medium"/>
                <a:sym typeface="Assistant Medium"/>
              </a:rPr>
              <a:t>ey </a:t>
            </a:r>
            <a:r>
              <a:rPr lang="en-US" dirty="0" smtClean="0">
                <a:solidFill>
                  <a:srgbClr val="58ADC5"/>
                </a:solidFill>
                <a:latin typeface="Assistant Medium"/>
                <a:ea typeface="Assistant Medium"/>
                <a:cs typeface="Assistant Medium"/>
                <a:sym typeface="Assistant Medium"/>
              </a:rPr>
              <a:t>Policy </a:t>
            </a:r>
            <a:r>
              <a:rPr lang="en-US" dirty="0" smtClean="0">
                <a:solidFill>
                  <a:srgbClr val="58ADC5"/>
                </a:solidFill>
                <a:latin typeface="Assistant Medium"/>
                <a:ea typeface="Assistant Medium"/>
                <a:cs typeface="Assistant Medium"/>
                <a:sym typeface="Assistant Medium"/>
              </a:rPr>
              <a:t>Insights </a:t>
            </a:r>
            <a:r>
              <a:rPr lang="en-US" dirty="0" smtClean="0">
                <a:solidFill>
                  <a:srgbClr val="58ADC5"/>
                </a:solidFill>
                <a:latin typeface="Assistant Medium"/>
                <a:ea typeface="Assistant Medium"/>
                <a:cs typeface="Assistant Medium"/>
                <a:sym typeface="Assistant Medium"/>
              </a:rPr>
              <a:t>&amp; Recommendations</a:t>
            </a:r>
            <a:endParaRPr dirty="0">
              <a:solidFill>
                <a:srgbClr val="58ADC5"/>
              </a:solidFill>
              <a:latin typeface="Assistant Medium"/>
              <a:ea typeface="Assistant Medium"/>
              <a:cs typeface="Assistant Medium"/>
              <a:sym typeface="Assistant Medium"/>
            </a:endParaRPr>
          </a:p>
        </p:txBody>
      </p:sp>
      <p:sp>
        <p:nvSpPr>
          <p:cNvPr id="1017" name="Google Shape;1017;p156"/>
          <p:cNvSpPr txBox="1">
            <a:spLocks noGrp="1"/>
          </p:cNvSpPr>
          <p:nvPr>
            <p:ph type="sldNum" idx="12"/>
          </p:nvPr>
        </p:nvSpPr>
        <p:spPr>
          <a:xfrm>
            <a:off x="8592492" y="4694663"/>
            <a:ext cx="510620" cy="392381"/>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ct val="100000"/>
              <a:buNone/>
            </a:pPr>
            <a:fld id="{00000000-1234-1234-1234-123412341234}" type="slidenum">
              <a:rPr lang="en" smtClean="0"/>
              <a:t>10</a:t>
            </a:fld>
            <a:r>
              <a:rPr lang="en" dirty="0" smtClean="0"/>
              <a:t>-12</a:t>
            </a:r>
            <a:endParaRPr dirty="0"/>
          </a:p>
        </p:txBody>
      </p:sp>
      <p:grpSp>
        <p:nvGrpSpPr>
          <p:cNvPr id="1018" name="Google Shape;1018;p156"/>
          <p:cNvGrpSpPr/>
          <p:nvPr/>
        </p:nvGrpSpPr>
        <p:grpSpPr>
          <a:xfrm rot="2700000">
            <a:off x="8037030" y="4363644"/>
            <a:ext cx="746975" cy="604247"/>
            <a:chOff x="919500" y="1916075"/>
            <a:chExt cx="1067700" cy="867900"/>
          </a:xfrm>
        </p:grpSpPr>
        <p:sp>
          <p:nvSpPr>
            <p:cNvPr id="1019" name="Google Shape;1019;p156"/>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156"/>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24" name="Google Shape;1024;p156"/>
          <p:cNvSpPr txBox="1"/>
          <p:nvPr/>
        </p:nvSpPr>
        <p:spPr>
          <a:xfrm>
            <a:off x="1431203" y="2719466"/>
            <a:ext cx="6040243" cy="2070930"/>
          </a:xfrm>
          <a:prstGeom prst="rect">
            <a:avLst/>
          </a:prstGeom>
          <a:noFill/>
          <a:ln>
            <a:noFill/>
          </a:ln>
        </p:spPr>
        <p:txBody>
          <a:bodyPr spcFirstLastPara="1" wrap="square" lIns="91425" tIns="91425" rIns="91425" bIns="91425" anchor="t" anchorCtr="0">
            <a:noAutofit/>
          </a:bodyPr>
          <a:lstStyle/>
          <a:p>
            <a:r>
              <a:rPr lang="en-GB" b="1" dirty="0" smtClean="0">
                <a:solidFill>
                  <a:srgbClr val="58ADC5"/>
                </a:solidFill>
                <a:latin typeface="Assistant" panose="020B0604020202020204" charset="-79"/>
                <a:cs typeface="Assistant" panose="020B0604020202020204" charset="-79"/>
              </a:rPr>
              <a:t>Recommendations:</a:t>
            </a:r>
          </a:p>
          <a:p>
            <a:r>
              <a:rPr lang="en-GB" dirty="0" smtClean="0">
                <a:solidFill>
                  <a:schemeClr val="tx1"/>
                </a:solidFill>
                <a:latin typeface="Assistant" panose="020B0604020202020204" charset="-79"/>
                <a:cs typeface="Assistant" panose="020B0604020202020204" charset="-79"/>
              </a:rPr>
              <a:t>To </a:t>
            </a:r>
            <a:r>
              <a:rPr lang="en-GB" dirty="0">
                <a:solidFill>
                  <a:schemeClr val="tx1"/>
                </a:solidFill>
                <a:latin typeface="Assistant" panose="020B0604020202020204" charset="-79"/>
                <a:cs typeface="Assistant" panose="020B0604020202020204" charset="-79"/>
              </a:rPr>
              <a:t>operationalize these insights, the following steps are recommended</a:t>
            </a:r>
            <a:r>
              <a:rPr lang="en-GB" dirty="0" smtClean="0">
                <a:solidFill>
                  <a:schemeClr val="tx1"/>
                </a:solidFill>
                <a:latin typeface="Assistant" panose="020B0604020202020204" charset="-79"/>
                <a:cs typeface="Assistant" panose="020B0604020202020204" charset="-79"/>
              </a:rPr>
              <a:t>:</a:t>
            </a:r>
          </a:p>
          <a:p>
            <a:endParaRPr lang="en-GB" dirty="0">
              <a:solidFill>
                <a:schemeClr val="tx1"/>
              </a:solidFill>
              <a:latin typeface="Assistant" panose="020B0604020202020204" charset="-79"/>
              <a:cs typeface="Assistant" panose="020B0604020202020204" charset="-79"/>
            </a:endParaRPr>
          </a:p>
          <a:p>
            <a:pPr marL="285750" indent="-285750">
              <a:buFont typeface="Wingdings" panose="05000000000000000000" pitchFamily="2" charset="2"/>
              <a:buChar char="q"/>
            </a:pPr>
            <a:r>
              <a:rPr lang="en-GB" dirty="0" smtClean="0">
                <a:solidFill>
                  <a:schemeClr val="tx1"/>
                </a:solidFill>
                <a:latin typeface="Assistant" panose="020B0604020202020204" charset="-79"/>
                <a:cs typeface="Assistant" panose="020B0604020202020204" charset="-79"/>
              </a:rPr>
              <a:t>Develop </a:t>
            </a:r>
            <a:r>
              <a:rPr lang="en-GB" dirty="0">
                <a:solidFill>
                  <a:schemeClr val="tx1"/>
                </a:solidFill>
                <a:latin typeface="Assistant" panose="020B0604020202020204" charset="-79"/>
                <a:cs typeface="Assistant" panose="020B0604020202020204" charset="-79"/>
              </a:rPr>
              <a:t>and deploy a national predictive maintenance dashboard.</a:t>
            </a:r>
          </a:p>
          <a:p>
            <a:pPr marL="285750" indent="-285750">
              <a:buFont typeface="Wingdings" panose="05000000000000000000" pitchFamily="2" charset="2"/>
              <a:buChar char="q"/>
            </a:pPr>
            <a:r>
              <a:rPr lang="en-GB" dirty="0" smtClean="0">
                <a:solidFill>
                  <a:schemeClr val="tx1"/>
                </a:solidFill>
                <a:latin typeface="Assistant" panose="020B0604020202020204" charset="-79"/>
                <a:cs typeface="Assistant" panose="020B0604020202020204" charset="-79"/>
              </a:rPr>
              <a:t>Train </a:t>
            </a:r>
            <a:r>
              <a:rPr lang="en-GB" dirty="0">
                <a:solidFill>
                  <a:schemeClr val="tx1"/>
                </a:solidFill>
                <a:latin typeface="Assistant" panose="020B0604020202020204" charset="-79"/>
                <a:cs typeface="Assistant" panose="020B0604020202020204" charset="-79"/>
              </a:rPr>
              <a:t>local authorities and water committees on data interpretation.</a:t>
            </a:r>
          </a:p>
          <a:p>
            <a:pPr marL="285750" indent="-285750">
              <a:buFont typeface="Wingdings" panose="05000000000000000000" pitchFamily="2" charset="2"/>
              <a:buChar char="q"/>
            </a:pPr>
            <a:r>
              <a:rPr lang="en-GB" dirty="0" smtClean="0">
                <a:solidFill>
                  <a:schemeClr val="tx1"/>
                </a:solidFill>
                <a:latin typeface="Assistant" panose="020B0604020202020204" charset="-79"/>
                <a:cs typeface="Assistant" panose="020B0604020202020204" charset="-79"/>
              </a:rPr>
              <a:t>Prioritize </a:t>
            </a:r>
            <a:r>
              <a:rPr lang="en-GB" dirty="0">
                <a:solidFill>
                  <a:schemeClr val="tx1"/>
                </a:solidFill>
                <a:latin typeface="Assistant" panose="020B0604020202020204" charset="-79"/>
                <a:cs typeface="Assistant" panose="020B0604020202020204" charset="-79"/>
              </a:rPr>
              <a:t>high-risk regions for preventive maintenance funding.</a:t>
            </a:r>
          </a:p>
          <a:p>
            <a:pPr marL="285750" indent="-285750">
              <a:buFont typeface="Wingdings" panose="05000000000000000000" pitchFamily="2" charset="2"/>
              <a:buChar char="q"/>
            </a:pPr>
            <a:r>
              <a:rPr lang="en-GB" dirty="0" smtClean="0">
                <a:solidFill>
                  <a:schemeClr val="tx1"/>
                </a:solidFill>
                <a:latin typeface="Assistant" panose="020B0604020202020204" charset="-79"/>
                <a:cs typeface="Assistant" panose="020B0604020202020204" charset="-79"/>
              </a:rPr>
              <a:t>Encourage </a:t>
            </a:r>
            <a:r>
              <a:rPr lang="en-GB" dirty="0">
                <a:solidFill>
                  <a:schemeClr val="tx1"/>
                </a:solidFill>
                <a:latin typeface="Assistant" panose="020B0604020202020204" charset="-79"/>
                <a:cs typeface="Assistant" panose="020B0604020202020204" charset="-79"/>
              </a:rPr>
              <a:t>open-data collaborations to improve model accuracy.</a:t>
            </a:r>
          </a:p>
          <a:p>
            <a:pPr marL="285750" indent="-285750">
              <a:buFont typeface="Wingdings" panose="05000000000000000000" pitchFamily="2" charset="2"/>
              <a:buChar char="q"/>
            </a:pPr>
            <a:r>
              <a:rPr lang="en-GB" dirty="0" smtClean="0">
                <a:solidFill>
                  <a:schemeClr val="tx1"/>
                </a:solidFill>
                <a:latin typeface="Assistant" panose="020B0604020202020204" charset="-79"/>
                <a:cs typeface="Assistant" panose="020B0604020202020204" charset="-79"/>
              </a:rPr>
              <a:t>Expand </a:t>
            </a:r>
            <a:r>
              <a:rPr lang="en-GB" dirty="0">
                <a:solidFill>
                  <a:schemeClr val="tx1"/>
                </a:solidFill>
                <a:latin typeface="Assistant" panose="020B0604020202020204" charset="-79"/>
                <a:cs typeface="Assistant" panose="020B0604020202020204" charset="-79"/>
              </a:rPr>
              <a:t>the approach to other critical infrastructure sectors.</a:t>
            </a:r>
          </a:p>
          <a:p>
            <a:endParaRPr lang="en-GB" b="1" dirty="0" smtClean="0">
              <a:solidFill>
                <a:srgbClr val="58ADC5"/>
              </a:solidFill>
              <a:latin typeface="Assistant" panose="020B0604020202020204" charset="-79"/>
              <a:cs typeface="Assistant" panose="020B0604020202020204" charset="-79"/>
            </a:endParaRPr>
          </a:p>
        </p:txBody>
      </p:sp>
      <p:sp>
        <p:nvSpPr>
          <p:cNvPr id="2" name="Rectangle 1"/>
          <p:cNvSpPr/>
          <p:nvPr/>
        </p:nvSpPr>
        <p:spPr>
          <a:xfrm>
            <a:off x="4582110" y="1066647"/>
            <a:ext cx="3942765" cy="1446550"/>
          </a:xfrm>
          <a:prstGeom prst="rect">
            <a:avLst/>
          </a:prstGeom>
        </p:spPr>
        <p:txBody>
          <a:bodyPr wrap="square">
            <a:spAutoFit/>
          </a:bodyPr>
          <a:lstStyle/>
          <a:p>
            <a:r>
              <a:rPr lang="en-GB" b="1" dirty="0">
                <a:solidFill>
                  <a:srgbClr val="58ADC5"/>
                </a:solidFill>
              </a:rPr>
              <a:t>Key Policy Implications</a:t>
            </a:r>
            <a:r>
              <a:rPr lang="en-GB" b="1" dirty="0" smtClean="0">
                <a:solidFill>
                  <a:srgbClr val="58ADC5"/>
                </a:solidFill>
              </a:rPr>
              <a:t>:</a:t>
            </a:r>
          </a:p>
          <a:p>
            <a:endParaRPr lang="en-GB" b="1" dirty="0">
              <a:solidFill>
                <a:srgbClr val="58ADC5"/>
              </a:solidFill>
            </a:endParaRPr>
          </a:p>
          <a:p>
            <a:pPr marL="171450" indent="-171450">
              <a:buFont typeface="Wingdings" panose="05000000000000000000" pitchFamily="2" charset="2"/>
              <a:buChar char="q"/>
            </a:pPr>
            <a:r>
              <a:rPr lang="en-GB" sz="1200" dirty="0"/>
              <a:t>Transition from reactive to preventive maintenance.</a:t>
            </a:r>
          </a:p>
          <a:p>
            <a:pPr marL="171450" indent="-171450">
              <a:buFont typeface="Wingdings" panose="05000000000000000000" pitchFamily="2" charset="2"/>
              <a:buChar char="q"/>
            </a:pPr>
            <a:r>
              <a:rPr lang="en-GB" sz="1200" dirty="0"/>
              <a:t>Integrate predictive tools into national water systems.</a:t>
            </a:r>
          </a:p>
          <a:p>
            <a:pPr marL="171450" indent="-171450">
              <a:buFont typeface="Wingdings" panose="05000000000000000000" pitchFamily="2" charset="2"/>
              <a:buChar char="q"/>
            </a:pPr>
            <a:r>
              <a:rPr lang="en-GB" sz="1200" dirty="0"/>
              <a:t>Strengthen data-sharing between government and NGOs.</a:t>
            </a:r>
          </a:p>
          <a:p>
            <a:endParaRPr lang="en-GB" sz="1200" b="1" dirty="0"/>
          </a:p>
        </p:txBody>
      </p:sp>
      <p:sp>
        <p:nvSpPr>
          <p:cNvPr id="3" name="Rectangle 2"/>
          <p:cNvSpPr/>
          <p:nvPr/>
        </p:nvSpPr>
        <p:spPr>
          <a:xfrm>
            <a:off x="93305" y="1066647"/>
            <a:ext cx="4572000" cy="1600438"/>
          </a:xfrm>
          <a:prstGeom prst="rect">
            <a:avLst/>
          </a:prstGeom>
        </p:spPr>
        <p:txBody>
          <a:bodyPr>
            <a:spAutoFit/>
          </a:bodyPr>
          <a:lstStyle/>
          <a:p>
            <a:r>
              <a:rPr lang="en-GB" b="1" dirty="0">
                <a:solidFill>
                  <a:srgbClr val="58ADC5"/>
                </a:solidFill>
              </a:rPr>
              <a:t>Policy </a:t>
            </a:r>
            <a:r>
              <a:rPr lang="en-GB" b="1" dirty="0" smtClean="0">
                <a:solidFill>
                  <a:srgbClr val="58ADC5"/>
                </a:solidFill>
              </a:rPr>
              <a:t>Implications:</a:t>
            </a:r>
          </a:p>
          <a:p>
            <a:endParaRPr lang="en-GB" sz="1200" b="1" dirty="0"/>
          </a:p>
          <a:p>
            <a:r>
              <a:rPr lang="en-GB" sz="1200" dirty="0"/>
              <a:t>The results underscore the potential of predictive analytics to revolutionize rural water management. By integrating these models into national water systems, policymakers can allocate resources more efficiently, reduce pump downtime, and improve equity in water access.</a:t>
            </a:r>
          </a:p>
          <a:p>
            <a:endParaRPr lang="en-GB" sz="1200" dirty="0">
              <a:solidFill>
                <a:srgbClr val="58ADC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76"/>
          <p:cNvSpPr txBox="1">
            <a:spLocks noGrp="1"/>
          </p:cNvSpPr>
          <p:nvPr>
            <p:ph type="sldNum" idx="12"/>
          </p:nvPr>
        </p:nvSpPr>
        <p:spPr>
          <a:xfrm>
            <a:off x="8180402" y="4749900"/>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smtClean="0"/>
              <a:t>11</a:t>
            </a:fld>
            <a:r>
              <a:rPr lang="en" dirty="0" smtClean="0"/>
              <a:t>-12</a:t>
            </a:r>
            <a:endParaRPr dirty="0"/>
          </a:p>
        </p:txBody>
      </p:sp>
      <p:sp>
        <p:nvSpPr>
          <p:cNvPr id="1208" name="Google Shape;1208;p176"/>
          <p:cNvSpPr txBox="1">
            <a:spLocks noGrp="1"/>
          </p:cNvSpPr>
          <p:nvPr>
            <p:ph type="title" idx="4294967295"/>
          </p:nvPr>
        </p:nvSpPr>
        <p:spPr>
          <a:xfrm>
            <a:off x="330661" y="98006"/>
            <a:ext cx="8437916" cy="727043"/>
          </a:xfrm>
          <a:prstGeom prst="rect">
            <a:avLst/>
          </a:prstGeom>
          <a:noFill/>
          <a:ln>
            <a:noFill/>
          </a:ln>
        </p:spPr>
        <p:txBody>
          <a:bodyPr spcFirstLastPara="1" wrap="square" lIns="91425" tIns="91425" rIns="91425" bIns="91425" anchor="t" anchorCtr="0">
            <a:normAutofit/>
          </a:bodyPr>
          <a:lstStyle/>
          <a:p>
            <a:pPr lvl="0" algn="ctr"/>
            <a:r>
              <a:rPr lang="en-US" b="1" dirty="0" smtClean="0">
                <a:solidFill>
                  <a:srgbClr val="58ADC5"/>
                </a:solidFill>
                <a:latin typeface="Roboto"/>
                <a:ea typeface="Roboto"/>
                <a:cs typeface="Roboto"/>
                <a:sym typeface="Roboto"/>
              </a:rPr>
              <a:t>Conclusion </a:t>
            </a:r>
            <a:endParaRPr b="1" dirty="0">
              <a:solidFill>
                <a:srgbClr val="58ADC5"/>
              </a:solidFill>
              <a:latin typeface="Roboto"/>
              <a:ea typeface="Roboto"/>
              <a:cs typeface="Roboto"/>
              <a:sym typeface="Roboto"/>
            </a:endParaRPr>
          </a:p>
        </p:txBody>
      </p:sp>
      <p:sp>
        <p:nvSpPr>
          <p:cNvPr id="4" name="Rectangle 3"/>
          <p:cNvSpPr/>
          <p:nvPr/>
        </p:nvSpPr>
        <p:spPr>
          <a:xfrm>
            <a:off x="274904" y="825049"/>
            <a:ext cx="8731563" cy="1384995"/>
          </a:xfrm>
          <a:prstGeom prst="rect">
            <a:avLst/>
          </a:prstGeom>
        </p:spPr>
        <p:txBody>
          <a:bodyPr wrap="square">
            <a:spAutoFit/>
          </a:bodyPr>
          <a:lstStyle/>
          <a:p>
            <a:pPr algn="just"/>
            <a:r>
              <a:rPr lang="en-GB" dirty="0">
                <a:latin typeface="Assistant" panose="020B0604020202020204" charset="-79"/>
                <a:cs typeface="Assistant" panose="020B0604020202020204" charset="-79"/>
              </a:rPr>
              <a:t>Machine learning provides a viable path toward sustainable water infrastructure. By predicting failures before they occur, communities and policymakers can improve efficiency, reduce costs, and strengthen resilience.</a:t>
            </a:r>
          </a:p>
          <a:p>
            <a:pPr algn="just"/>
            <a:endParaRPr lang="en-GB" dirty="0">
              <a:latin typeface="Assistant" panose="020B0604020202020204" charset="-79"/>
              <a:cs typeface="Assistant" panose="020B0604020202020204" charset="-79"/>
            </a:endParaRPr>
          </a:p>
          <a:p>
            <a:pPr algn="just"/>
            <a:r>
              <a:rPr lang="en-GB" dirty="0">
                <a:latin typeface="Assistant" panose="020B0604020202020204" charset="-79"/>
                <a:cs typeface="Assistant" panose="020B0604020202020204" charset="-79"/>
              </a:rPr>
              <a:t>This project supports SDG 6 — Clean Water and Sanitation — demonstrating how data-driven strategies can drive equitable development.</a:t>
            </a:r>
          </a:p>
          <a:p>
            <a:pPr algn="just"/>
            <a:endParaRPr lang="en-GB" dirty="0">
              <a:latin typeface="Assistant" panose="020B0604020202020204" charset="-79"/>
              <a:cs typeface="Assistant" panose="020B0604020202020204" charset="-79"/>
            </a:endParaRPr>
          </a:p>
        </p:txBody>
      </p:sp>
      <p:sp>
        <p:nvSpPr>
          <p:cNvPr id="7" name="Rectangle 6"/>
          <p:cNvSpPr/>
          <p:nvPr/>
        </p:nvSpPr>
        <p:spPr>
          <a:xfrm>
            <a:off x="-63100" y="4927044"/>
            <a:ext cx="3419526" cy="246221"/>
          </a:xfrm>
          <a:prstGeom prst="rect">
            <a:avLst/>
          </a:prstGeom>
        </p:spPr>
        <p:txBody>
          <a:bodyPr wrap="none">
            <a:spAutoFit/>
          </a:bodyPr>
          <a:lstStyle/>
          <a:p>
            <a:pPr lvl="0" defTabSz="457200">
              <a:buClrTx/>
              <a:defRPr sz="1000">
                <a:solidFill>
                  <a:srgbClr val="006633"/>
                </a:solidFill>
              </a:defRPr>
            </a:pPr>
            <a:r>
              <a:rPr lang="en-GB" sz="1000" kern="1200" dirty="0">
                <a:solidFill>
                  <a:srgbClr val="006633"/>
                </a:solidFill>
                <a:latin typeface="Calibri"/>
                <a:ea typeface="+mn-ea"/>
                <a:cs typeface="+mn-cs"/>
              </a:rPr>
              <a:t>Assimagbe Albert Raphael | Water Pump Functionality Project</a:t>
            </a:r>
            <a:endParaRPr lang="en-GB" sz="1000" kern="1200" dirty="0">
              <a:solidFill>
                <a:srgbClr val="006633"/>
              </a:solidFill>
              <a:latin typeface="Calibri"/>
              <a:ea typeface="+mn-ea"/>
              <a:cs typeface="+mn-cs"/>
            </a:endParaRPr>
          </a:p>
        </p:txBody>
      </p:sp>
      <p:sp>
        <p:nvSpPr>
          <p:cNvPr id="2" name="Rectangle 1"/>
          <p:cNvSpPr/>
          <p:nvPr/>
        </p:nvSpPr>
        <p:spPr>
          <a:xfrm>
            <a:off x="3561146" y="2310140"/>
            <a:ext cx="2021707" cy="523220"/>
          </a:xfrm>
          <a:prstGeom prst="rect">
            <a:avLst/>
          </a:prstGeom>
        </p:spPr>
        <p:txBody>
          <a:bodyPr wrap="none">
            <a:spAutoFit/>
          </a:bodyPr>
          <a:lstStyle/>
          <a:p>
            <a:r>
              <a:rPr lang="en-US" sz="2800" b="1" dirty="0">
                <a:solidFill>
                  <a:srgbClr val="58ADC5"/>
                </a:solidFill>
                <a:latin typeface="Roboto"/>
                <a:ea typeface="Roboto"/>
                <a:cs typeface="Roboto"/>
                <a:sym typeface="Roboto"/>
              </a:rPr>
              <a:t>References</a:t>
            </a:r>
            <a:endParaRPr lang="en-US" dirty="0"/>
          </a:p>
        </p:txBody>
      </p:sp>
      <p:sp>
        <p:nvSpPr>
          <p:cNvPr id="5" name="Rectangle 4"/>
          <p:cNvSpPr/>
          <p:nvPr/>
        </p:nvSpPr>
        <p:spPr>
          <a:xfrm>
            <a:off x="617034" y="3065220"/>
            <a:ext cx="7724078" cy="1169551"/>
          </a:xfrm>
          <a:prstGeom prst="rect">
            <a:avLst/>
          </a:prstGeom>
        </p:spPr>
        <p:txBody>
          <a:bodyPr wrap="square">
            <a:spAutoFit/>
          </a:bodyPr>
          <a:lstStyle/>
          <a:p>
            <a:pPr marL="285750" lvl="0" indent="-285750">
              <a:buFont typeface="Wingdings" panose="05000000000000000000" pitchFamily="2" charset="2"/>
              <a:buChar char="q"/>
            </a:pPr>
            <a:r>
              <a:rPr lang="en-GB" dirty="0" err="1" smtClean="0">
                <a:latin typeface="Assistant" panose="020B0604020202020204" charset="-79"/>
                <a:cs typeface="Assistant" panose="020B0604020202020204" charset="-79"/>
              </a:rPr>
              <a:t>DrivenData</a:t>
            </a:r>
            <a:r>
              <a:rPr lang="en-GB" dirty="0">
                <a:latin typeface="Assistant" panose="020B0604020202020204" charset="-79"/>
                <a:cs typeface="Assistant" panose="020B0604020202020204" charset="-79"/>
              </a:rPr>
              <a:t>. (2015). Pump it Up: Data Mining the Water </a:t>
            </a:r>
            <a:r>
              <a:rPr lang="en-GB" dirty="0" smtClean="0">
                <a:latin typeface="Assistant" panose="020B0604020202020204" charset="-79"/>
                <a:cs typeface="Assistant" panose="020B0604020202020204" charset="-79"/>
              </a:rPr>
              <a:t>Table. </a:t>
            </a:r>
            <a:r>
              <a:rPr lang="en-GB" dirty="0" smtClean="0">
                <a:latin typeface="Assistant" panose="020B0604020202020204" charset="-79"/>
                <a:cs typeface="Assistant" panose="020B0604020202020204" charset="-79"/>
                <a:hlinkClick r:id="rId3"/>
              </a:rPr>
              <a:t>https</a:t>
            </a:r>
            <a:r>
              <a:rPr lang="en-GB" dirty="0">
                <a:latin typeface="Assistant" panose="020B0604020202020204" charset="-79"/>
                <a:cs typeface="Assistant" panose="020B0604020202020204" charset="-79"/>
                <a:hlinkClick r:id="rId3"/>
              </a:rPr>
              <a:t>://www.drivendata.org/competitions/7/pump-it-up-data-mining-the-water-table</a:t>
            </a:r>
            <a:r>
              <a:rPr lang="en-GB" dirty="0" smtClean="0">
                <a:latin typeface="Assistant" panose="020B0604020202020204" charset="-79"/>
                <a:cs typeface="Assistant" panose="020B0604020202020204" charset="-79"/>
                <a:hlinkClick r:id="rId3"/>
              </a:rPr>
              <a:t>/</a:t>
            </a:r>
            <a:r>
              <a:rPr lang="en-GB" dirty="0" smtClean="0">
                <a:latin typeface="Assistant" panose="020B0604020202020204" charset="-79"/>
                <a:cs typeface="Assistant" panose="020B0604020202020204" charset="-79"/>
              </a:rPr>
              <a:t> </a:t>
            </a:r>
            <a:endParaRPr lang="en-GB" dirty="0">
              <a:latin typeface="Assistant" panose="020B0604020202020204" charset="-79"/>
              <a:cs typeface="Assistant" panose="020B0604020202020204" charset="-79"/>
            </a:endParaRPr>
          </a:p>
          <a:p>
            <a:pPr marL="285750" lvl="0" indent="-285750">
              <a:buFont typeface="Wingdings" panose="05000000000000000000" pitchFamily="2" charset="2"/>
              <a:buChar char="q"/>
            </a:pPr>
            <a:r>
              <a:rPr lang="en-GB" dirty="0" smtClean="0">
                <a:latin typeface="Assistant" panose="020B0604020202020204" charset="-79"/>
                <a:cs typeface="Assistant" panose="020B0604020202020204" charset="-79"/>
              </a:rPr>
              <a:t>Tanzania </a:t>
            </a:r>
            <a:r>
              <a:rPr lang="en-GB" dirty="0">
                <a:latin typeface="Assistant" panose="020B0604020202020204" charset="-79"/>
                <a:cs typeface="Assistant" panose="020B0604020202020204" charset="-79"/>
              </a:rPr>
              <a:t>Ministry of Water. National Water Point Mapping Data.</a:t>
            </a:r>
          </a:p>
          <a:p>
            <a:pPr marL="285750" lvl="0" indent="-285750">
              <a:buFont typeface="Wingdings" panose="05000000000000000000" pitchFamily="2" charset="2"/>
              <a:buChar char="q"/>
            </a:pPr>
            <a:r>
              <a:rPr lang="en-GB" dirty="0" smtClean="0">
                <a:latin typeface="Assistant" panose="020B0604020202020204" charset="-79"/>
                <a:cs typeface="Assistant" panose="020B0604020202020204" charset="-79"/>
              </a:rPr>
              <a:t>WHO </a:t>
            </a:r>
            <a:r>
              <a:rPr lang="en-GB" dirty="0">
                <a:latin typeface="Assistant" panose="020B0604020202020204" charset="-79"/>
                <a:cs typeface="Assistant" panose="020B0604020202020204" charset="-79"/>
              </a:rPr>
              <a:t>&amp; UNICEF. (2021). Progress on Household Drinking Water, Sanitation and Hygiene.</a:t>
            </a:r>
          </a:p>
          <a:p>
            <a:pPr lvl="0" algn="just"/>
            <a:endParaRPr lang="en-GB" dirty="0">
              <a:latin typeface="Assistant" panose="020B0604020202020204" charset="-79"/>
              <a:cs typeface="Assistant" panose="020B0604020202020204" charset="-79"/>
            </a:endParaRPr>
          </a:p>
        </p:txBody>
      </p:sp>
    </p:spTree>
    <p:extLst>
      <p:ext uri="{BB962C8B-B14F-4D97-AF65-F5344CB8AC3E}">
        <p14:creationId xmlns:p14="http://schemas.microsoft.com/office/powerpoint/2010/main" val="5748455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16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
              <a:t>Thank you!</a:t>
            </a:r>
            <a:endParaRPr b="0"/>
          </a:p>
        </p:txBody>
      </p:sp>
      <p:pic>
        <p:nvPicPr>
          <p:cNvPr id="2" name="Picture 1"/>
          <p:cNvPicPr>
            <a:picLocks noChangeAspect="1"/>
          </p:cNvPicPr>
          <p:nvPr/>
        </p:nvPicPr>
        <p:blipFill>
          <a:blip r:embed="rId3"/>
          <a:stretch>
            <a:fillRect/>
          </a:stretch>
        </p:blipFill>
        <p:spPr>
          <a:xfrm>
            <a:off x="3599603" y="4387530"/>
            <a:ext cx="1944793" cy="755970"/>
          </a:xfrm>
          <a:prstGeom prst="rect">
            <a:avLst/>
          </a:prstGeom>
        </p:spPr>
      </p:pic>
      <p:sp>
        <p:nvSpPr>
          <p:cNvPr id="3" name="Rectangle 2"/>
          <p:cNvSpPr/>
          <p:nvPr/>
        </p:nvSpPr>
        <p:spPr>
          <a:xfrm>
            <a:off x="282498" y="3127897"/>
            <a:ext cx="8861502" cy="307777"/>
          </a:xfrm>
          <a:prstGeom prst="rect">
            <a:avLst/>
          </a:prstGeom>
        </p:spPr>
        <p:txBody>
          <a:bodyPr wrap="square">
            <a:spAutoFit/>
          </a:bodyPr>
          <a:lstStyle/>
          <a:p>
            <a:pPr algn="ctr"/>
            <a:r>
              <a:rPr lang="en-GB" b="1" dirty="0" smtClean="0"/>
              <a:t>Contact Email: </a:t>
            </a:r>
            <a:r>
              <a:rPr lang="en-GB" dirty="0" smtClean="0">
                <a:solidFill>
                  <a:schemeClr val="bg1"/>
                </a:solidFill>
              </a:rPr>
              <a:t>albertraphael96@gmail.com</a:t>
            </a:r>
            <a:r>
              <a:rPr lang="en-GB" dirty="0" smtClean="0"/>
              <a:t> </a:t>
            </a:r>
            <a:r>
              <a:rPr lang="en-GB" dirty="0"/>
              <a:t>| </a:t>
            </a:r>
            <a:r>
              <a:rPr lang="en-GB" b="1" dirty="0"/>
              <a:t>LinkedIn</a:t>
            </a:r>
            <a:r>
              <a:rPr lang="en-GB" dirty="0"/>
              <a:t>: </a:t>
            </a:r>
            <a:r>
              <a:rPr lang="en-GB" dirty="0" smtClean="0">
                <a:solidFill>
                  <a:schemeClr val="bg1"/>
                </a:solidFill>
              </a:rPr>
              <a:t>https</a:t>
            </a:r>
            <a:r>
              <a:rPr lang="en-GB" dirty="0">
                <a:solidFill>
                  <a:schemeClr val="bg1"/>
                </a:solidFill>
              </a:rPr>
              <a:t>://www.linkedin.com/in/assimagbe/</a:t>
            </a:r>
            <a:endParaRPr lang="en-US" dirty="0">
              <a:solidFill>
                <a:schemeClr val="bg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2397</TotalTime>
  <Words>992</Words>
  <Application>Microsoft Office PowerPoint</Application>
  <PresentationFormat>On-screen Show (16:9)</PresentationFormat>
  <Paragraphs>140</Paragraphs>
  <Slides>12</Slides>
  <Notes>12</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12</vt:i4>
      </vt:variant>
    </vt:vector>
  </HeadingPairs>
  <TitlesOfParts>
    <vt:vector size="26" baseType="lpstr">
      <vt:lpstr>Assistant</vt:lpstr>
      <vt:lpstr>Assistant Medium</vt:lpstr>
      <vt:lpstr>Merriweather</vt:lpstr>
      <vt:lpstr>Wingdings</vt:lpstr>
      <vt:lpstr>Roboto</vt:lpstr>
      <vt:lpstr>Calibri</vt:lpstr>
      <vt:lpstr>Roboto Medium</vt:lpstr>
      <vt:lpstr>Roboto Light</vt:lpstr>
      <vt:lpstr>Arial</vt:lpstr>
      <vt:lpstr>Simple Light</vt:lpstr>
      <vt:lpstr>Simple Light</vt:lpstr>
      <vt:lpstr>Simple Light</vt:lpstr>
      <vt:lpstr>Simple Light</vt:lpstr>
      <vt:lpstr>Paradigm</vt:lpstr>
      <vt:lpstr>PowerPoint Presentation</vt:lpstr>
      <vt:lpstr>By  Assimagbe Albert Raphael 📊 Using data from Taarifa and the Tanzanian Ministry of Water</vt:lpstr>
      <vt:lpstr>Introduction</vt:lpstr>
      <vt:lpstr>Data Overview &amp; Methodology</vt:lpstr>
      <vt:lpstr>Exploratory Data Analysis (EDA)</vt:lpstr>
      <vt:lpstr>Results &amp; Key Findings</vt:lpstr>
      <vt:lpstr>Results &amp; Key Findings</vt:lpstr>
      <vt:lpstr>Results &amp; Key Findings</vt:lpstr>
      <vt:lpstr>Final Summary Table</vt:lpstr>
      <vt:lpstr>Key Policy Insights &amp; Recommendations</vt:lpstr>
      <vt:lpstr>Conclusion </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Albert Raphael Assimagbe</dc:creator>
  <cp:lastModifiedBy>Albert Raphael Assimagbe</cp:lastModifiedBy>
  <cp:revision>82</cp:revision>
  <dcterms:modified xsi:type="dcterms:W3CDTF">2025-10-21T23:37:34Z</dcterms:modified>
</cp:coreProperties>
</file>